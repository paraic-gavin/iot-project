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Smart Classroom Energy Saver –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25880"/>
            <a:ext cx="2743200" cy="868680"/>
          </a:xfrm>
          <a:prstGeom prst="roundRect">
            <a:avLst/>
          </a:prstGeom>
          <a:solidFill>
            <a:srgbClr val="ADD8E6"/>
          </a:solidFill>
          <a:ln w="1587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PIR Motion Sensor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25880"/>
            <a:ext cx="2743200" cy="868680"/>
          </a:xfrm>
          <a:prstGeom prst="roundRect">
            <a:avLst/>
          </a:prstGeom>
          <a:solidFill>
            <a:srgbClr val="ADD8E6"/>
          </a:solidFill>
          <a:ln w="1587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DHT11 Temperature Sensor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697480"/>
            <a:ext cx="3108960" cy="1097280"/>
          </a:xfrm>
          <a:prstGeom prst="roundRect">
            <a:avLst/>
          </a:prstGeom>
          <a:solidFill>
            <a:srgbClr val="90EE90"/>
          </a:solidFill>
          <a:ln w="1587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ESP32</a:t>
            </a:r>
            <a:br/>
            <a:r>
              <a:t>(Control &amp; Decision Making)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4251960"/>
            <a:ext cx="3108960" cy="868680"/>
          </a:xfrm>
          <a:prstGeom prst="roundRect">
            <a:avLst/>
          </a:prstGeom>
          <a:solidFill>
            <a:srgbClr val="FFCC99"/>
          </a:solidFill>
          <a:ln w="1587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4-Channel Relay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5486400"/>
            <a:ext cx="2560320" cy="777240"/>
          </a:xfrm>
          <a:prstGeom prst="roundRect">
            <a:avLst/>
          </a:prstGeom>
          <a:solidFill>
            <a:srgbClr val="FFFF99"/>
          </a:solidFill>
          <a:ln w="1587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LED (Motion)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5486400"/>
            <a:ext cx="2926080" cy="777240"/>
          </a:xfrm>
          <a:prstGeom prst="roundRect">
            <a:avLst/>
          </a:prstGeom>
          <a:solidFill>
            <a:srgbClr val="FFFF99"/>
          </a:solidFill>
          <a:ln w="15875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LED (Temperature)</a:t>
            </a:r>
          </a:p>
        </p:txBody>
      </p:sp>
      <p:sp>
        <p:nvSpPr>
          <p:cNvPr id="9" name="Right Arrow 8"/>
          <p:cNvSpPr/>
          <p:nvPr/>
        </p:nvSpPr>
        <p:spPr>
          <a:xfrm rot="612238">
            <a:off x="2267631" y="2363724"/>
            <a:ext cx="2322737" cy="164592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 rot="10187762">
            <a:off x="4553631" y="2363724"/>
            <a:ext cx="2322737" cy="164592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 rot="5400000">
            <a:off x="4389120" y="3941064"/>
            <a:ext cx="365760" cy="164592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 rot="10232261">
            <a:off x="2914728" y="5221224"/>
            <a:ext cx="1668623" cy="164592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 rot="511846">
            <a:off x="4561770" y="5221224"/>
            <a:ext cx="1849259" cy="164592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Paraic Gavin - STUDENT</cp:lastModifiedBy>
  <cp:revision>1</cp:revision>
  <dcterms:created xsi:type="dcterms:W3CDTF">2013-01-27T09:14:16Z</dcterms:created>
  <dcterms:modified xsi:type="dcterms:W3CDTF">2025-12-16T22:26:54Z</dcterms:modified>
  <cp:category/>
</cp:coreProperties>
</file>