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564138" cy="19475450"/>
  <p:notesSz cx="6858000" cy="9144000"/>
  <p:defaultTextStyle>
    <a:defPPr>
      <a:defRPr lang="en-US"/>
    </a:defPPr>
    <a:lvl1pPr marL="0" algn="l" defTabSz="1429664" rtl="0" eaLnBrk="1" latinLnBrk="0" hangingPunct="1">
      <a:defRPr sz="5629" kern="1200">
        <a:solidFill>
          <a:schemeClr val="tx1"/>
        </a:solidFill>
        <a:latin typeface="+mn-lt"/>
        <a:ea typeface="+mn-ea"/>
        <a:cs typeface="+mn-cs"/>
      </a:defRPr>
    </a:lvl1pPr>
    <a:lvl2pPr marL="1429664" algn="l" defTabSz="1429664" rtl="0" eaLnBrk="1" latinLnBrk="0" hangingPunct="1">
      <a:defRPr sz="5629" kern="1200">
        <a:solidFill>
          <a:schemeClr val="tx1"/>
        </a:solidFill>
        <a:latin typeface="+mn-lt"/>
        <a:ea typeface="+mn-ea"/>
        <a:cs typeface="+mn-cs"/>
      </a:defRPr>
    </a:lvl2pPr>
    <a:lvl3pPr marL="2859329" algn="l" defTabSz="1429664" rtl="0" eaLnBrk="1" latinLnBrk="0" hangingPunct="1">
      <a:defRPr sz="5629" kern="1200">
        <a:solidFill>
          <a:schemeClr val="tx1"/>
        </a:solidFill>
        <a:latin typeface="+mn-lt"/>
        <a:ea typeface="+mn-ea"/>
        <a:cs typeface="+mn-cs"/>
      </a:defRPr>
    </a:lvl3pPr>
    <a:lvl4pPr marL="4288993" algn="l" defTabSz="1429664" rtl="0" eaLnBrk="1" latinLnBrk="0" hangingPunct="1">
      <a:defRPr sz="5629" kern="1200">
        <a:solidFill>
          <a:schemeClr val="tx1"/>
        </a:solidFill>
        <a:latin typeface="+mn-lt"/>
        <a:ea typeface="+mn-ea"/>
        <a:cs typeface="+mn-cs"/>
      </a:defRPr>
    </a:lvl4pPr>
    <a:lvl5pPr marL="5718658" algn="l" defTabSz="1429664" rtl="0" eaLnBrk="1" latinLnBrk="0" hangingPunct="1">
      <a:defRPr sz="5629" kern="1200">
        <a:solidFill>
          <a:schemeClr val="tx1"/>
        </a:solidFill>
        <a:latin typeface="+mn-lt"/>
        <a:ea typeface="+mn-ea"/>
        <a:cs typeface="+mn-cs"/>
      </a:defRPr>
    </a:lvl5pPr>
    <a:lvl6pPr marL="7148322" algn="l" defTabSz="1429664" rtl="0" eaLnBrk="1" latinLnBrk="0" hangingPunct="1">
      <a:defRPr sz="5629" kern="1200">
        <a:solidFill>
          <a:schemeClr val="tx1"/>
        </a:solidFill>
        <a:latin typeface="+mn-lt"/>
        <a:ea typeface="+mn-ea"/>
        <a:cs typeface="+mn-cs"/>
      </a:defRPr>
    </a:lvl6pPr>
    <a:lvl7pPr marL="8577986" algn="l" defTabSz="1429664" rtl="0" eaLnBrk="1" latinLnBrk="0" hangingPunct="1">
      <a:defRPr sz="5629" kern="1200">
        <a:solidFill>
          <a:schemeClr val="tx1"/>
        </a:solidFill>
        <a:latin typeface="+mn-lt"/>
        <a:ea typeface="+mn-ea"/>
        <a:cs typeface="+mn-cs"/>
      </a:defRPr>
    </a:lvl7pPr>
    <a:lvl8pPr marL="10007651" algn="l" defTabSz="1429664" rtl="0" eaLnBrk="1" latinLnBrk="0" hangingPunct="1">
      <a:defRPr sz="5629" kern="1200">
        <a:solidFill>
          <a:schemeClr val="tx1"/>
        </a:solidFill>
        <a:latin typeface="+mn-lt"/>
        <a:ea typeface="+mn-ea"/>
        <a:cs typeface="+mn-cs"/>
      </a:defRPr>
    </a:lvl8pPr>
    <a:lvl9pPr marL="11437315" algn="l" defTabSz="1429664" rtl="0" eaLnBrk="1" latinLnBrk="0" hangingPunct="1">
      <a:defRPr sz="562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34" userDrawn="1">
          <p15:clr>
            <a:srgbClr val="A4A3A4"/>
          </p15:clr>
        </p15:guide>
        <p15:guide id="2" pos="96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1A1C"/>
    <a:srgbClr val="D31A1A"/>
    <a:srgbClr val="CAE1EB"/>
    <a:srgbClr val="7AA4B9"/>
    <a:srgbClr val="56CE7D"/>
    <a:srgbClr val="F8DA2A"/>
    <a:srgbClr val="3093C9"/>
    <a:srgbClr val="5785F8"/>
    <a:srgbClr val="1F83CA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C7CBF1-811F-4EDF-9A7B-50EC6AF83F8F}" v="718" dt="2026-04-16T16:16:56.901"/>
    <p1510:client id="{ABC1575C-B4FD-4D44-BAD9-7962E1A2B0D6}" v="4" dt="2026-04-16T13:55:12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4608" y="-2550"/>
      </p:cViewPr>
      <p:guideLst>
        <p:guide orient="horz" pos="6134"/>
        <p:guide pos="96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aic Gavin - STUDENT" userId="ade65d21-b2aa-47b8-be48-9d9474764020" providerId="ADAL" clId="{2C56B895-1BF3-457C-855E-F332A6F48816}"/>
    <pc:docChg chg="undo custSel modSld">
      <pc:chgData name="Paraic Gavin - STUDENT" userId="ade65d21-b2aa-47b8-be48-9d9474764020" providerId="ADAL" clId="{2C56B895-1BF3-457C-855E-F332A6F48816}" dt="2026-04-14T16:25:52.928" v="223" actId="14100"/>
      <pc:docMkLst>
        <pc:docMk/>
      </pc:docMkLst>
      <pc:sldChg chg="addSp delSp modSp mod">
        <pc:chgData name="Paraic Gavin - STUDENT" userId="ade65d21-b2aa-47b8-be48-9d9474764020" providerId="ADAL" clId="{2C56B895-1BF3-457C-855E-F332A6F48816}" dt="2026-04-14T16:25:52.928" v="223" actId="14100"/>
        <pc:sldMkLst>
          <pc:docMk/>
          <pc:sldMk cId="0" sldId="256"/>
        </pc:sldMkLst>
        <pc:spChg chg="add mod">
          <ac:chgData name="Paraic Gavin - STUDENT" userId="ade65d21-b2aa-47b8-be48-9d9474764020" providerId="ADAL" clId="{2C56B895-1BF3-457C-855E-F332A6F48816}" dt="2026-04-14T16:19:31.384" v="220" actId="207"/>
          <ac:spMkLst>
            <pc:docMk/>
            <pc:sldMk cId="0" sldId="256"/>
            <ac:spMk id="4" creationId="{2A4F812E-BEC4-6ADC-1539-18517A23704F}"/>
          </ac:spMkLst>
        </pc:spChg>
        <pc:spChg chg="mod">
          <ac:chgData name="Paraic Gavin - STUDENT" userId="ade65d21-b2aa-47b8-be48-9d9474764020" providerId="ADAL" clId="{2C56B895-1BF3-457C-855E-F332A6F48816}" dt="2026-04-14T16:19:30.184" v="217" actId="207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Paraic Gavin - STUDENT" userId="ade65d21-b2aa-47b8-be48-9d9474764020" providerId="ADAL" clId="{2C56B895-1BF3-457C-855E-F332A6F48816}" dt="2026-04-14T16:19:30.999" v="219" actId="207"/>
          <ac:spMkLst>
            <pc:docMk/>
            <pc:sldMk cId="0" sldId="256"/>
            <ac:spMk id="8" creationId="{6CEC5357-ACB5-AA66-921E-669BAE9C1FDA}"/>
          </ac:spMkLst>
        </pc:spChg>
        <pc:spChg chg="add mod">
          <ac:chgData name="Paraic Gavin - STUDENT" userId="ade65d21-b2aa-47b8-be48-9d9474764020" providerId="ADAL" clId="{2C56B895-1BF3-457C-855E-F332A6F48816}" dt="2026-04-14T16:19:30.584" v="218" actId="207"/>
          <ac:spMkLst>
            <pc:docMk/>
            <pc:sldMk cId="0" sldId="256"/>
            <ac:spMk id="9" creationId="{6B07F720-3F7D-F09B-5DE0-ABB3AE8BCE5A}"/>
          </ac:spMkLst>
        </pc:spChg>
        <pc:spChg chg="add mod">
          <ac:chgData name="Paraic Gavin - STUDENT" userId="ade65d21-b2aa-47b8-be48-9d9474764020" providerId="ADAL" clId="{2C56B895-1BF3-457C-855E-F332A6F48816}" dt="2026-04-14T16:19:31.728" v="221" actId="207"/>
          <ac:spMkLst>
            <pc:docMk/>
            <pc:sldMk cId="0" sldId="256"/>
            <ac:spMk id="10" creationId="{BDFC41B3-F65D-81E4-CBAA-8E69B99073AD}"/>
          </ac:spMkLst>
        </pc:spChg>
        <pc:spChg chg="mod">
          <ac:chgData name="Paraic Gavin - STUDENT" userId="ade65d21-b2aa-47b8-be48-9d9474764020" providerId="ADAL" clId="{2C56B895-1BF3-457C-855E-F332A6F48816}" dt="2026-04-14T16:19:32.088" v="222" actId="207"/>
          <ac:spMkLst>
            <pc:docMk/>
            <pc:sldMk cId="0" sldId="256"/>
            <ac:spMk id="1035" creationId="{22F11AA7-6C69-9175-F8E9-21D039283C5A}"/>
          </ac:spMkLst>
        </pc:spChg>
        <pc:picChg chg="mod">
          <ac:chgData name="Paraic Gavin - STUDENT" userId="ade65d21-b2aa-47b8-be48-9d9474764020" providerId="ADAL" clId="{2C56B895-1BF3-457C-855E-F332A6F48816}" dt="2026-04-14T16:25:52.928" v="223" actId="14100"/>
          <ac:picMkLst>
            <pc:docMk/>
            <pc:sldMk cId="0" sldId="256"/>
            <ac:picMk id="26" creationId="{3E6230E5-1DA8-FC07-9151-C76DFE70B5F3}"/>
          </ac:picMkLst>
        </pc:picChg>
        <pc:picChg chg="add mod">
          <ac:chgData name="Paraic Gavin - STUDENT" userId="ade65d21-b2aa-47b8-be48-9d9474764020" providerId="ADAL" clId="{2C56B895-1BF3-457C-855E-F332A6F48816}" dt="2026-04-14T15:53:27.575" v="204" actId="1076"/>
          <ac:picMkLst>
            <pc:docMk/>
            <pc:sldMk cId="0" sldId="256"/>
            <ac:picMk id="39" creationId="{744D5A13-8623-90D9-1E6B-146D8A317D8A}"/>
          </ac:picMkLst>
        </pc:picChg>
        <pc:picChg chg="add mod">
          <ac:chgData name="Paraic Gavin - STUDENT" userId="ade65d21-b2aa-47b8-be48-9d9474764020" providerId="ADAL" clId="{2C56B895-1BF3-457C-855E-F332A6F48816}" dt="2026-04-14T16:17:02.135" v="210" actId="1076"/>
          <ac:picMkLst>
            <pc:docMk/>
            <pc:sldMk cId="0" sldId="256"/>
            <ac:picMk id="41" creationId="{74A3FF97-2D04-6310-55B3-2EDAAEA46391}"/>
          </ac:picMkLst>
        </pc:picChg>
        <pc:inkChg chg="add mod">
          <ac:chgData name="Paraic Gavin - STUDENT" userId="ade65d21-b2aa-47b8-be48-9d9474764020" providerId="ADAL" clId="{2C56B895-1BF3-457C-855E-F332A6F48816}" dt="2026-04-14T15:30:10.048" v="181"/>
          <ac:inkMkLst>
            <pc:docMk/>
            <pc:sldMk cId="0" sldId="256"/>
            <ac:inkMk id="18" creationId="{A20F84E4-249D-5B8E-F3CF-7916BCE4F859}"/>
          </ac:inkMkLst>
        </pc:inkChg>
        <pc:inkChg chg="add mod">
          <ac:chgData name="Paraic Gavin - STUDENT" userId="ade65d21-b2aa-47b8-be48-9d9474764020" providerId="ADAL" clId="{2C56B895-1BF3-457C-855E-F332A6F48816}" dt="2026-04-14T15:30:21.432" v="184"/>
          <ac:inkMkLst>
            <pc:docMk/>
            <pc:sldMk cId="0" sldId="256"/>
            <ac:inkMk id="24" creationId="{FFB50FA7-F8E3-89AB-5D6F-A1204079F5F3}"/>
          </ac:inkMkLst>
        </pc:inkChg>
        <pc:inkChg chg="add">
          <ac:chgData name="Paraic Gavin - STUDENT" userId="ade65d21-b2aa-47b8-be48-9d9474764020" providerId="ADAL" clId="{2C56B895-1BF3-457C-855E-F332A6F48816}" dt="2026-04-14T15:30:29.801" v="185" actId="9405"/>
          <ac:inkMkLst>
            <pc:docMk/>
            <pc:sldMk cId="0" sldId="256"/>
            <ac:inkMk id="25" creationId="{94AE4BE3-AA20-EE7A-F7EB-B06951CC21B3}"/>
          </ac:inkMkLst>
        </pc:inkChg>
        <pc:inkChg chg="add">
          <ac:chgData name="Paraic Gavin - STUDENT" userId="ade65d21-b2aa-47b8-be48-9d9474764020" providerId="ADAL" clId="{2C56B895-1BF3-457C-855E-F332A6F48816}" dt="2026-04-14T15:30:48.066" v="188" actId="9405"/>
          <ac:inkMkLst>
            <pc:docMk/>
            <pc:sldMk cId="0" sldId="256"/>
            <ac:inkMk id="28" creationId="{5208D42E-009E-73BA-89A7-97704432404E}"/>
          </ac:inkMkLst>
        </pc:inkChg>
        <pc:inkChg chg="add">
          <ac:chgData name="Paraic Gavin - STUDENT" userId="ade65d21-b2aa-47b8-be48-9d9474764020" providerId="ADAL" clId="{2C56B895-1BF3-457C-855E-F332A6F48816}" dt="2026-04-14T15:31:04.209" v="189" actId="9405"/>
          <ac:inkMkLst>
            <pc:docMk/>
            <pc:sldMk cId="0" sldId="256"/>
            <ac:inkMk id="29" creationId="{3001A915-C917-3FC4-76C8-BD9561ABAF55}"/>
          </ac:inkMkLst>
        </pc:inkChg>
      </pc:sldChg>
    </pc:docChg>
  </pc:docChgLst>
  <pc:docChgLst>
    <pc:chgData name="Paraic Gavin - STUDENT" userId="S::g00465477@atu.ie::ade65d21-b2aa-47b8-be48-9d9474764020" providerId="AD" clId="Web-{367737A2-904B-AA15-284B-4B0F1D507028}"/>
    <pc:docChg chg="modSld">
      <pc:chgData name="Paraic Gavin - STUDENT" userId="S::g00465477@atu.ie::ade65d21-b2aa-47b8-be48-9d9474764020" providerId="AD" clId="Web-{367737A2-904B-AA15-284B-4B0F1D507028}" dt="2026-04-14T16:29:32.079" v="2"/>
      <pc:docMkLst>
        <pc:docMk/>
      </pc:docMkLst>
      <pc:sldChg chg="addSp delSp modSp">
        <pc:chgData name="Paraic Gavin - STUDENT" userId="S::g00465477@atu.ie::ade65d21-b2aa-47b8-be48-9d9474764020" providerId="AD" clId="Web-{367737A2-904B-AA15-284B-4B0F1D507028}" dt="2026-04-14T16:29:32.079" v="2"/>
        <pc:sldMkLst>
          <pc:docMk/>
          <pc:sldMk cId="0" sldId="256"/>
        </pc:sldMkLst>
        <pc:spChg chg="mod">
          <ac:chgData name="Paraic Gavin - STUDENT" userId="S::g00465477@atu.ie::ade65d21-b2aa-47b8-be48-9d9474764020" providerId="AD" clId="Web-{367737A2-904B-AA15-284B-4B0F1D507028}" dt="2026-04-14T16:28:32.548" v="0" actId="14100"/>
          <ac:spMkLst>
            <pc:docMk/>
            <pc:sldMk cId="0" sldId="256"/>
            <ac:spMk id="21" creationId="{14FF9F69-AD91-48F6-2ED3-5408B58CAAB6}"/>
          </ac:spMkLst>
        </pc:spChg>
      </pc:sldChg>
    </pc:docChg>
  </pc:docChgLst>
  <pc:docChgLst>
    <pc:chgData name="Paraic Gavin - STUDENT" userId="ade65d21-b2aa-47b8-be48-9d9474764020" providerId="ADAL" clId="{49B313A1-C289-4AC3-8AE8-9B12F565DD75}"/>
    <pc:docChg chg="undo custSel modSld">
      <pc:chgData name="Paraic Gavin - STUDENT" userId="ade65d21-b2aa-47b8-be48-9d9474764020" providerId="ADAL" clId="{49B313A1-C289-4AC3-8AE8-9B12F565DD75}" dt="2026-04-16T16:18:36.973" v="1036" actId="20577"/>
      <pc:docMkLst>
        <pc:docMk/>
      </pc:docMkLst>
      <pc:sldChg chg="addSp delSp modSp mod setBg">
        <pc:chgData name="Paraic Gavin - STUDENT" userId="ade65d21-b2aa-47b8-be48-9d9474764020" providerId="ADAL" clId="{49B313A1-C289-4AC3-8AE8-9B12F565DD75}" dt="2026-04-16T16:18:36.973" v="1036" actId="20577"/>
        <pc:sldMkLst>
          <pc:docMk/>
          <pc:sldMk cId="0" sldId="256"/>
        </pc:sldMkLst>
        <pc:spChg chg="mod">
          <ac:chgData name="Paraic Gavin - STUDENT" userId="ade65d21-b2aa-47b8-be48-9d9474764020" providerId="ADAL" clId="{49B313A1-C289-4AC3-8AE8-9B12F565DD75}" dt="2026-04-16T16:01:21.200" v="861" actId="1076"/>
          <ac:spMkLst>
            <pc:docMk/>
            <pc:sldMk cId="0" sldId="256"/>
            <ac:spMk id="4" creationId="{2A4F812E-BEC4-6ADC-1539-18517A23704F}"/>
          </ac:spMkLst>
        </pc:spChg>
        <pc:spChg chg="mod">
          <ac:chgData name="Paraic Gavin - STUDENT" userId="ade65d21-b2aa-47b8-be48-9d9474764020" providerId="ADAL" clId="{49B313A1-C289-4AC3-8AE8-9B12F565DD75}" dt="2026-04-16T15:58:42.196" v="805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Paraic Gavin - STUDENT" userId="ade65d21-b2aa-47b8-be48-9d9474764020" providerId="ADAL" clId="{49B313A1-C289-4AC3-8AE8-9B12F565DD75}" dt="2026-04-16T16:01:52.799" v="880" actId="1076"/>
          <ac:spMkLst>
            <pc:docMk/>
            <pc:sldMk cId="0" sldId="256"/>
            <ac:spMk id="8" creationId="{6CEC5357-ACB5-AA66-921E-669BAE9C1FDA}"/>
          </ac:spMkLst>
        </pc:spChg>
        <pc:spChg chg="mod">
          <ac:chgData name="Paraic Gavin - STUDENT" userId="ade65d21-b2aa-47b8-be48-9d9474764020" providerId="ADAL" clId="{49B313A1-C289-4AC3-8AE8-9B12F565DD75}" dt="2026-04-16T16:03:39.464" v="905" actId="1076"/>
          <ac:spMkLst>
            <pc:docMk/>
            <pc:sldMk cId="0" sldId="256"/>
            <ac:spMk id="9" creationId="{6B07F720-3F7D-F09B-5DE0-ABB3AE8BCE5A}"/>
          </ac:spMkLst>
        </pc:spChg>
        <pc:spChg chg="mod">
          <ac:chgData name="Paraic Gavin - STUDENT" userId="ade65d21-b2aa-47b8-be48-9d9474764020" providerId="ADAL" clId="{49B313A1-C289-4AC3-8AE8-9B12F565DD75}" dt="2026-04-16T15:59:21.796" v="820" actId="1076"/>
          <ac:spMkLst>
            <pc:docMk/>
            <pc:sldMk cId="0" sldId="256"/>
            <ac:spMk id="10" creationId="{BDFC41B3-F65D-81E4-CBAA-8E69B99073AD}"/>
          </ac:spMkLst>
        </pc:spChg>
        <pc:spChg chg="add mod ord">
          <ac:chgData name="Paraic Gavin - STUDENT" userId="ade65d21-b2aa-47b8-be48-9d9474764020" providerId="ADAL" clId="{49B313A1-C289-4AC3-8AE8-9B12F565DD75}" dt="2026-04-16T15:37:55.838" v="692" actId="14100"/>
          <ac:spMkLst>
            <pc:docMk/>
            <pc:sldMk cId="0" sldId="256"/>
            <ac:spMk id="11" creationId="{11F79132-B03F-9D5A-AF3B-BAA5EBD78615}"/>
          </ac:spMkLst>
        </pc:spChg>
        <pc:spChg chg="add mod ord">
          <ac:chgData name="Paraic Gavin - STUDENT" userId="ade65d21-b2aa-47b8-be48-9d9474764020" providerId="ADAL" clId="{49B313A1-C289-4AC3-8AE8-9B12F565DD75}" dt="2026-04-16T16:02:43.396" v="904" actId="14100"/>
          <ac:spMkLst>
            <pc:docMk/>
            <pc:sldMk cId="0" sldId="256"/>
            <ac:spMk id="15" creationId="{2B03C95C-5950-CCBA-4D8C-59AF752B60B0}"/>
          </ac:spMkLst>
        </pc:spChg>
        <pc:spChg chg="mod">
          <ac:chgData name="Paraic Gavin - STUDENT" userId="ade65d21-b2aa-47b8-be48-9d9474764020" providerId="ADAL" clId="{49B313A1-C289-4AC3-8AE8-9B12F565DD75}" dt="2026-04-16T15:44:41.546" v="747" actId="20577"/>
          <ac:spMkLst>
            <pc:docMk/>
            <pc:sldMk cId="0" sldId="256"/>
            <ac:spMk id="19" creationId="{4E772AB7-070A-03E7-1D99-30AAA426B76A}"/>
          </ac:spMkLst>
        </pc:spChg>
        <pc:spChg chg="add mod ord">
          <ac:chgData name="Paraic Gavin - STUDENT" userId="ade65d21-b2aa-47b8-be48-9d9474764020" providerId="ADAL" clId="{49B313A1-C289-4AC3-8AE8-9B12F565DD75}" dt="2026-04-16T15:43:48.977" v="744" actId="167"/>
          <ac:spMkLst>
            <pc:docMk/>
            <pc:sldMk cId="0" sldId="256"/>
            <ac:spMk id="20" creationId="{E722E0E3-2B0B-5543-9292-217D1A405921}"/>
          </ac:spMkLst>
        </pc:spChg>
        <pc:spChg chg="mod">
          <ac:chgData name="Paraic Gavin - STUDENT" userId="ade65d21-b2aa-47b8-be48-9d9474764020" providerId="ADAL" clId="{49B313A1-C289-4AC3-8AE8-9B12F565DD75}" dt="2026-04-16T15:39:53.502" v="723" actId="207"/>
          <ac:spMkLst>
            <pc:docMk/>
            <pc:sldMk cId="0" sldId="256"/>
            <ac:spMk id="21" creationId="{14FF9F69-AD91-48F6-2ED3-5408B58CAAB6}"/>
          </ac:spMkLst>
        </pc:spChg>
        <pc:spChg chg="mod">
          <ac:chgData name="Paraic Gavin - STUDENT" userId="ade65d21-b2aa-47b8-be48-9d9474764020" providerId="ADAL" clId="{49B313A1-C289-4AC3-8AE8-9B12F565DD75}" dt="2026-04-16T15:46:17.989" v="763" actId="20577"/>
          <ac:spMkLst>
            <pc:docMk/>
            <pc:sldMk cId="0" sldId="256"/>
            <ac:spMk id="22" creationId="{9508D083-E19D-9065-18BB-9C81BD7BBFA9}"/>
          </ac:spMkLst>
        </pc:spChg>
        <pc:spChg chg="add del mod">
          <ac:chgData name="Paraic Gavin - STUDENT" userId="ade65d21-b2aa-47b8-be48-9d9474764020" providerId="ADAL" clId="{49B313A1-C289-4AC3-8AE8-9B12F565DD75}" dt="2026-04-16T15:57:23.478" v="769" actId="478"/>
          <ac:spMkLst>
            <pc:docMk/>
            <pc:sldMk cId="0" sldId="256"/>
            <ac:spMk id="27" creationId="{625E4719-9C14-8D47-1678-BBD42F111DD1}"/>
          </ac:spMkLst>
        </pc:spChg>
        <pc:spChg chg="add mod ord">
          <ac:chgData name="Paraic Gavin - STUDENT" userId="ade65d21-b2aa-47b8-be48-9d9474764020" providerId="ADAL" clId="{49B313A1-C289-4AC3-8AE8-9B12F565DD75}" dt="2026-04-16T15:58:26.901" v="804" actId="207"/>
          <ac:spMkLst>
            <pc:docMk/>
            <pc:sldMk cId="0" sldId="256"/>
            <ac:spMk id="30" creationId="{6F639FF4-50BB-F8FB-452E-8E3AA8090282}"/>
          </ac:spMkLst>
        </pc:spChg>
        <pc:spChg chg="add mod ord">
          <ac:chgData name="Paraic Gavin - STUDENT" userId="ade65d21-b2aa-47b8-be48-9d9474764020" providerId="ADAL" clId="{49B313A1-C289-4AC3-8AE8-9B12F565DD75}" dt="2026-04-16T15:59:13.286" v="819" actId="207"/>
          <ac:spMkLst>
            <pc:docMk/>
            <pc:sldMk cId="0" sldId="256"/>
            <ac:spMk id="31" creationId="{F272F3C1-07BA-8580-5636-0C2274009A03}"/>
          </ac:spMkLst>
        </pc:spChg>
        <pc:spChg chg="add mod ord">
          <ac:chgData name="Paraic Gavin - STUDENT" userId="ade65d21-b2aa-47b8-be48-9d9474764020" providerId="ADAL" clId="{49B313A1-C289-4AC3-8AE8-9B12F565DD75}" dt="2026-04-16T16:00:36.935" v="840" actId="14100"/>
          <ac:spMkLst>
            <pc:docMk/>
            <pc:sldMk cId="0" sldId="256"/>
            <ac:spMk id="35" creationId="{9E84FF5D-EE7E-CFF6-94F0-7D1893720F21}"/>
          </ac:spMkLst>
        </pc:spChg>
        <pc:spChg chg="add mod ord">
          <ac:chgData name="Paraic Gavin - STUDENT" userId="ade65d21-b2aa-47b8-be48-9d9474764020" providerId="ADAL" clId="{49B313A1-C289-4AC3-8AE8-9B12F565DD75}" dt="2026-04-16T16:01:11.071" v="860" actId="207"/>
          <ac:spMkLst>
            <pc:docMk/>
            <pc:sldMk cId="0" sldId="256"/>
            <ac:spMk id="36" creationId="{26831486-261D-A057-8110-A266F06686E2}"/>
          </ac:spMkLst>
        </pc:spChg>
        <pc:spChg chg="add mod ord">
          <ac:chgData name="Paraic Gavin - STUDENT" userId="ade65d21-b2aa-47b8-be48-9d9474764020" providerId="ADAL" clId="{49B313A1-C289-4AC3-8AE8-9B12F565DD75}" dt="2026-04-16T16:02:04.224" v="881" actId="14100"/>
          <ac:spMkLst>
            <pc:docMk/>
            <pc:sldMk cId="0" sldId="256"/>
            <ac:spMk id="37" creationId="{FECFC8A0-9785-8992-F231-707A67CF18CA}"/>
          </ac:spMkLst>
        </pc:spChg>
        <pc:spChg chg="add mod ord">
          <ac:chgData name="Paraic Gavin - STUDENT" userId="ade65d21-b2aa-47b8-be48-9d9474764020" providerId="ADAL" clId="{49B313A1-C289-4AC3-8AE8-9B12F565DD75}" dt="2026-04-16T16:02:33.916" v="903" actId="207"/>
          <ac:spMkLst>
            <pc:docMk/>
            <pc:sldMk cId="0" sldId="256"/>
            <ac:spMk id="38" creationId="{ED503BDC-CF3B-4784-087D-1EE71D9CE7FA}"/>
          </ac:spMkLst>
        </pc:spChg>
        <pc:spChg chg="add del mod">
          <ac:chgData name="Paraic Gavin - STUDENT" userId="ade65d21-b2aa-47b8-be48-9d9474764020" providerId="ADAL" clId="{49B313A1-C289-4AC3-8AE8-9B12F565DD75}" dt="2026-04-16T16:05:33.869" v="908" actId="478"/>
          <ac:spMkLst>
            <pc:docMk/>
            <pc:sldMk cId="0" sldId="256"/>
            <ac:spMk id="40" creationId="{A08F9F07-5CA6-B59C-F83E-16A79380CF85}"/>
          </ac:spMkLst>
        </pc:spChg>
        <pc:spChg chg="mod">
          <ac:chgData name="Paraic Gavin - STUDENT" userId="ade65d21-b2aa-47b8-be48-9d9474764020" providerId="ADAL" clId="{49B313A1-C289-4AC3-8AE8-9B12F565DD75}" dt="2026-04-16T15:42:59.357" v="741" actId="20577"/>
          <ac:spMkLst>
            <pc:docMk/>
            <pc:sldMk cId="0" sldId="256"/>
            <ac:spMk id="42" creationId="{CF41B996-234D-4DB5-674E-413B9FFC17EB}"/>
          </ac:spMkLst>
        </pc:spChg>
        <pc:spChg chg="mod">
          <ac:chgData name="Paraic Gavin - STUDENT" userId="ade65d21-b2aa-47b8-be48-9d9474764020" providerId="ADAL" clId="{49B313A1-C289-4AC3-8AE8-9B12F565DD75}" dt="2026-04-16T15:43:59.119" v="745" actId="20577"/>
          <ac:spMkLst>
            <pc:docMk/>
            <pc:sldMk cId="0" sldId="256"/>
            <ac:spMk id="45" creationId="{D754804F-E5A3-3CC6-6828-F874D55DD958}"/>
          </ac:spMkLst>
        </pc:spChg>
        <pc:spChg chg="add mod">
          <ac:chgData name="Paraic Gavin - STUDENT" userId="ade65d21-b2aa-47b8-be48-9d9474764020" providerId="ADAL" clId="{49B313A1-C289-4AC3-8AE8-9B12F565DD75}" dt="2026-04-16T16:07:06.246" v="930" actId="113"/>
          <ac:spMkLst>
            <pc:docMk/>
            <pc:sldMk cId="0" sldId="256"/>
            <ac:spMk id="1027" creationId="{82BFB12B-5DD2-268C-2361-70EF6311D9CA}"/>
          </ac:spMkLst>
        </pc:spChg>
        <pc:spChg chg="add mod">
          <ac:chgData name="Paraic Gavin - STUDENT" userId="ade65d21-b2aa-47b8-be48-9d9474764020" providerId="ADAL" clId="{49B313A1-C289-4AC3-8AE8-9B12F565DD75}" dt="2026-04-16T16:09:06.614" v="941" actId="1076"/>
          <ac:spMkLst>
            <pc:docMk/>
            <pc:sldMk cId="0" sldId="256"/>
            <ac:spMk id="1031" creationId="{4494484D-EED6-A44E-EDB8-468BC6C459CB}"/>
          </ac:spMkLst>
        </pc:spChg>
        <pc:spChg chg="mod">
          <ac:chgData name="Paraic Gavin - STUDENT" userId="ade65d21-b2aa-47b8-be48-9d9474764020" providerId="ADAL" clId="{49B313A1-C289-4AC3-8AE8-9B12F565DD75}" dt="2026-04-16T16:00:12.078" v="839" actId="1076"/>
          <ac:spMkLst>
            <pc:docMk/>
            <pc:sldMk cId="0" sldId="256"/>
            <ac:spMk id="1035" creationId="{22F11AA7-6C69-9175-F8E9-21D039283C5A}"/>
          </ac:spMkLst>
        </pc:spChg>
        <pc:spChg chg="add mod">
          <ac:chgData name="Paraic Gavin - STUDENT" userId="ade65d21-b2aa-47b8-be48-9d9474764020" providerId="ADAL" clId="{49B313A1-C289-4AC3-8AE8-9B12F565DD75}" dt="2026-04-16T16:11:57.347" v="965" actId="1076"/>
          <ac:spMkLst>
            <pc:docMk/>
            <pc:sldMk cId="0" sldId="256"/>
            <ac:spMk id="1037" creationId="{CC181969-A6C1-FA2E-D96E-93BAC565E93C}"/>
          </ac:spMkLst>
        </pc:spChg>
        <pc:spChg chg="add mod">
          <ac:chgData name="Paraic Gavin - STUDENT" userId="ade65d21-b2aa-47b8-be48-9d9474764020" providerId="ADAL" clId="{49B313A1-C289-4AC3-8AE8-9B12F565DD75}" dt="2026-04-16T16:13:25.213" v="988" actId="1076"/>
          <ac:spMkLst>
            <pc:docMk/>
            <pc:sldMk cId="0" sldId="256"/>
            <ac:spMk id="1039" creationId="{54155B33-B5C9-EDEE-2E94-9BC2093F76DF}"/>
          </ac:spMkLst>
        </pc:spChg>
        <pc:spChg chg="add mod">
          <ac:chgData name="Paraic Gavin - STUDENT" userId="ade65d21-b2aa-47b8-be48-9d9474764020" providerId="ADAL" clId="{49B313A1-C289-4AC3-8AE8-9B12F565DD75}" dt="2026-04-16T16:18:36.973" v="1036" actId="20577"/>
          <ac:spMkLst>
            <pc:docMk/>
            <pc:sldMk cId="0" sldId="256"/>
            <ac:spMk id="1045" creationId="{A3C83B12-3330-FFBB-AC9F-6181A0F301BB}"/>
          </ac:spMkLst>
        </pc:spChg>
        <pc:picChg chg="mod">
          <ac:chgData name="Paraic Gavin - STUDENT" userId="ade65d21-b2aa-47b8-be48-9d9474764020" providerId="ADAL" clId="{49B313A1-C289-4AC3-8AE8-9B12F565DD75}" dt="2026-04-16T15:38:05.861" v="693" actId="1076"/>
          <ac:picMkLst>
            <pc:docMk/>
            <pc:sldMk cId="0" sldId="256"/>
            <ac:picMk id="13" creationId="{8527A6AD-1018-6818-B32F-227CDE4B334C}"/>
          </ac:picMkLst>
        </pc:picChg>
        <pc:picChg chg="add del">
          <ac:chgData name="Paraic Gavin - STUDENT" userId="ade65d21-b2aa-47b8-be48-9d9474764020" providerId="ADAL" clId="{49B313A1-C289-4AC3-8AE8-9B12F565DD75}" dt="2026-04-16T15:41:27.116" v="726" actId="21"/>
          <ac:picMkLst>
            <pc:docMk/>
            <pc:sldMk cId="0" sldId="256"/>
            <ac:picMk id="16" creationId="{1067A616-EA85-82AB-D187-08F3BDB44C91}"/>
          </ac:picMkLst>
        </pc:picChg>
        <pc:picChg chg="mod">
          <ac:chgData name="Paraic Gavin - STUDENT" userId="ade65d21-b2aa-47b8-be48-9d9474764020" providerId="ADAL" clId="{49B313A1-C289-4AC3-8AE8-9B12F565DD75}" dt="2026-04-16T15:44:08.246" v="746" actId="1076"/>
          <ac:picMkLst>
            <pc:docMk/>
            <pc:sldMk cId="0" sldId="256"/>
            <ac:picMk id="39" creationId="{744D5A13-8623-90D9-1E6B-146D8A317D8A}"/>
          </ac:picMkLst>
        </pc:picChg>
        <pc:picChg chg="mod">
          <ac:chgData name="Paraic Gavin - STUDENT" userId="ade65d21-b2aa-47b8-be48-9d9474764020" providerId="ADAL" clId="{49B313A1-C289-4AC3-8AE8-9B12F565DD75}" dt="2026-04-16T15:41:42.068" v="727" actId="14100"/>
          <ac:picMkLst>
            <pc:docMk/>
            <pc:sldMk cId="0" sldId="256"/>
            <ac:picMk id="1028" creationId="{1467AEA2-262E-03EF-CA66-05AAC9956CDB}"/>
          </ac:picMkLst>
        </pc:picChg>
        <pc:picChg chg="add mod">
          <ac:chgData name="Paraic Gavin - STUDENT" userId="ade65d21-b2aa-47b8-be48-9d9474764020" providerId="ADAL" clId="{49B313A1-C289-4AC3-8AE8-9B12F565DD75}" dt="2026-04-16T16:15:09.848" v="996" actId="14100"/>
          <ac:picMkLst>
            <pc:docMk/>
            <pc:sldMk cId="0" sldId="256"/>
            <ac:picMk id="1044" creationId="{BBF40C09-CBEF-C2D5-2E96-94B92CC80861}"/>
          </ac:picMkLst>
        </pc:picChg>
        <pc:inkChg chg="add">
          <ac:chgData name="Paraic Gavin - STUDENT" userId="ade65d21-b2aa-47b8-be48-9d9474764020" providerId="ADAL" clId="{49B313A1-C289-4AC3-8AE8-9B12F565DD75}" dt="2026-04-16T15:57:04.443" v="764" actId="9405"/>
          <ac:inkMkLst>
            <pc:docMk/>
            <pc:sldMk cId="0" sldId="256"/>
            <ac:inkMk id="23" creationId="{A2D8229C-E842-3310-8D55-CB3B9F4B43A5}"/>
          </ac:inkMkLst>
        </pc:inkChg>
        <pc:inkChg chg="add">
          <ac:chgData name="Paraic Gavin - STUDENT" userId="ade65d21-b2aa-47b8-be48-9d9474764020" providerId="ADAL" clId="{49B313A1-C289-4AC3-8AE8-9B12F565DD75}" dt="2026-04-16T16:05:46.694" v="909" actId="9405"/>
          <ac:inkMkLst>
            <pc:docMk/>
            <pc:sldMk cId="0" sldId="256"/>
            <ac:inkMk id="43" creationId="{37ECC2E1-BC27-7249-7300-515C5721A859}"/>
          </ac:inkMkLst>
        </pc:inkChg>
        <pc:inkChg chg="add">
          <ac:chgData name="Paraic Gavin - STUDENT" userId="ade65d21-b2aa-47b8-be48-9d9474764020" providerId="ADAL" clId="{49B313A1-C289-4AC3-8AE8-9B12F565DD75}" dt="2026-04-16T16:05:58.629" v="910" actId="9405"/>
          <ac:inkMkLst>
            <pc:docMk/>
            <pc:sldMk cId="0" sldId="256"/>
            <ac:inkMk id="44" creationId="{33E2B8A0-443A-F47F-E3D8-1C5436FB4D0C}"/>
          </ac:inkMkLst>
        </pc:inkChg>
        <pc:inkChg chg="add del">
          <ac:chgData name="Paraic Gavin - STUDENT" userId="ade65d21-b2aa-47b8-be48-9d9474764020" providerId="ADAL" clId="{49B313A1-C289-4AC3-8AE8-9B12F565DD75}" dt="2026-04-16T16:06:06.652" v="912"/>
          <ac:inkMkLst>
            <pc:docMk/>
            <pc:sldMk cId="0" sldId="256"/>
            <ac:inkMk id="46" creationId="{5B942C5A-C5D3-5E40-9961-F4CD12487B04}"/>
          </ac:inkMkLst>
        </pc:inkChg>
        <pc:inkChg chg="add">
          <ac:chgData name="Paraic Gavin - STUDENT" userId="ade65d21-b2aa-47b8-be48-9d9474764020" providerId="ADAL" clId="{49B313A1-C289-4AC3-8AE8-9B12F565DD75}" dt="2026-04-16T16:06:06.652" v="912"/>
          <ac:inkMkLst>
            <pc:docMk/>
            <pc:sldMk cId="0" sldId="256"/>
            <ac:inkMk id="48" creationId="{27D76366-14B6-0637-98AF-DF00FD168AD1}"/>
          </ac:inkMkLst>
        </pc:inkChg>
        <pc:inkChg chg="add del">
          <ac:chgData name="Paraic Gavin - STUDENT" userId="ade65d21-b2aa-47b8-be48-9d9474764020" providerId="ADAL" clId="{49B313A1-C289-4AC3-8AE8-9B12F565DD75}" dt="2026-04-16T16:06:09.187" v="914"/>
          <ac:inkMkLst>
            <pc:docMk/>
            <pc:sldMk cId="0" sldId="256"/>
            <ac:inkMk id="50" creationId="{AC4740CA-C293-4882-CAEA-D8B197FE4487}"/>
          </ac:inkMkLst>
        </pc:inkChg>
        <pc:inkChg chg="add">
          <ac:chgData name="Paraic Gavin - STUDENT" userId="ade65d21-b2aa-47b8-be48-9d9474764020" providerId="ADAL" clId="{49B313A1-C289-4AC3-8AE8-9B12F565DD75}" dt="2026-04-16T16:06:09.187" v="914"/>
          <ac:inkMkLst>
            <pc:docMk/>
            <pc:sldMk cId="0" sldId="256"/>
            <ac:inkMk id="51" creationId="{DB2006CD-CD41-22C2-AAEB-2D6BF31A7656}"/>
          </ac:inkMkLst>
        </pc:inkChg>
        <pc:inkChg chg="add">
          <ac:chgData name="Paraic Gavin - STUDENT" userId="ade65d21-b2aa-47b8-be48-9d9474764020" providerId="ADAL" clId="{49B313A1-C289-4AC3-8AE8-9B12F565DD75}" dt="2026-04-16T16:06:11.922" v="915" actId="9405"/>
          <ac:inkMkLst>
            <pc:docMk/>
            <pc:sldMk cId="0" sldId="256"/>
            <ac:inkMk id="53" creationId="{AE913310-A01A-4C0B-4A84-975717820590}"/>
          </ac:inkMkLst>
        </pc:inkChg>
        <pc:inkChg chg="add del">
          <ac:chgData name="Paraic Gavin - STUDENT" userId="ade65d21-b2aa-47b8-be48-9d9474764020" providerId="ADAL" clId="{49B313A1-C289-4AC3-8AE8-9B12F565DD75}" dt="2026-04-16T16:06:15.775" v="917"/>
          <ac:inkMkLst>
            <pc:docMk/>
            <pc:sldMk cId="0" sldId="256"/>
            <ac:inkMk id="59" creationId="{7BB2FF7B-4367-FFA1-DD81-3D11C0149297}"/>
          </ac:inkMkLst>
        </pc:inkChg>
        <pc:inkChg chg="add">
          <ac:chgData name="Paraic Gavin - STUDENT" userId="ade65d21-b2aa-47b8-be48-9d9474764020" providerId="ADAL" clId="{49B313A1-C289-4AC3-8AE8-9B12F565DD75}" dt="2026-04-16T16:06:15.775" v="917"/>
          <ac:inkMkLst>
            <pc:docMk/>
            <pc:sldMk cId="0" sldId="256"/>
            <ac:inkMk id="1024" creationId="{74490A83-308C-BEC7-20AA-44A18486976E}"/>
          </ac:inkMkLst>
        </pc:inkChg>
        <pc:inkChg chg="add">
          <ac:chgData name="Paraic Gavin - STUDENT" userId="ade65d21-b2aa-47b8-be48-9d9474764020" providerId="ADAL" clId="{49B313A1-C289-4AC3-8AE8-9B12F565DD75}" dt="2026-04-16T16:08:06.497" v="932" actId="9405"/>
          <ac:inkMkLst>
            <pc:docMk/>
            <pc:sldMk cId="0" sldId="256"/>
            <ac:inkMk id="1030" creationId="{2984A2FC-B8BC-EAAB-60CB-17DC89EEF3EA}"/>
          </ac:inkMkLst>
        </pc:inkChg>
        <pc:inkChg chg="add del">
          <ac:chgData name="Paraic Gavin - STUDENT" userId="ade65d21-b2aa-47b8-be48-9d9474764020" providerId="ADAL" clId="{49B313A1-C289-4AC3-8AE8-9B12F565DD75}" dt="2026-04-16T16:10:28.151" v="944"/>
          <ac:inkMkLst>
            <pc:docMk/>
            <pc:sldMk cId="0" sldId="256"/>
            <ac:inkMk id="1032" creationId="{D5E25150-6FAF-290B-67F9-B3054D0504E8}"/>
          </ac:inkMkLst>
        </pc:inkChg>
        <pc:inkChg chg="add mod">
          <ac:chgData name="Paraic Gavin - STUDENT" userId="ade65d21-b2aa-47b8-be48-9d9474764020" providerId="ADAL" clId="{49B313A1-C289-4AC3-8AE8-9B12F565DD75}" dt="2026-04-16T16:10:29.575" v="945"/>
          <ac:inkMkLst>
            <pc:docMk/>
            <pc:sldMk cId="0" sldId="256"/>
            <ac:inkMk id="1033" creationId="{E9565390-920E-D41B-32BF-B99D68DCB283}"/>
          </ac:inkMkLst>
        </pc:inkChg>
        <pc:inkChg chg="add">
          <ac:chgData name="Paraic Gavin - STUDENT" userId="ade65d21-b2aa-47b8-be48-9d9474764020" providerId="ADAL" clId="{49B313A1-C289-4AC3-8AE8-9B12F565DD75}" dt="2026-04-16T16:10:31.749" v="946" actId="9405"/>
          <ac:inkMkLst>
            <pc:docMk/>
            <pc:sldMk cId="0" sldId="256"/>
            <ac:inkMk id="1036" creationId="{516C1A73-AFB3-F7CA-907E-9BFBD28BB6E3}"/>
          </ac:inkMkLst>
        </pc:inkChg>
        <pc:inkChg chg="add">
          <ac:chgData name="Paraic Gavin - STUDENT" userId="ade65d21-b2aa-47b8-be48-9d9474764020" providerId="ADAL" clId="{49B313A1-C289-4AC3-8AE8-9B12F565DD75}" dt="2026-04-16T16:12:51.008" v="967" actId="9405"/>
          <ac:inkMkLst>
            <pc:docMk/>
            <pc:sldMk cId="0" sldId="256"/>
            <ac:inkMk id="1038" creationId="{6CE78A94-D9B0-8231-E2B9-079508A7B6D2}"/>
          </ac:inkMkLst>
        </pc:inkChg>
        <pc:inkChg chg="add del">
          <ac:chgData name="Paraic Gavin - STUDENT" userId="ade65d21-b2aa-47b8-be48-9d9474764020" providerId="ADAL" clId="{49B313A1-C289-4AC3-8AE8-9B12F565DD75}" dt="2026-04-16T16:14:13.644" v="991"/>
          <ac:inkMkLst>
            <pc:docMk/>
            <pc:sldMk cId="0" sldId="256"/>
            <ac:inkMk id="1040" creationId="{6F5979B0-38AD-F987-0371-F47054C2449C}"/>
          </ac:inkMkLst>
        </pc:inkChg>
        <pc:inkChg chg="add mod">
          <ac:chgData name="Paraic Gavin - STUDENT" userId="ade65d21-b2aa-47b8-be48-9d9474764020" providerId="ADAL" clId="{49B313A1-C289-4AC3-8AE8-9B12F565DD75}" dt="2026-04-16T16:14:18.905" v="992"/>
          <ac:inkMkLst>
            <pc:docMk/>
            <pc:sldMk cId="0" sldId="256"/>
            <ac:inkMk id="1041" creationId="{06DF2444-BE01-C696-0FF8-57BAD9170ED2}"/>
          </ac:inkMkLst>
        </pc:inkChg>
        <pc:inkChg chg="add">
          <ac:chgData name="Paraic Gavin - STUDENT" userId="ade65d21-b2aa-47b8-be48-9d9474764020" providerId="ADAL" clId="{49B313A1-C289-4AC3-8AE8-9B12F565DD75}" dt="2026-04-16T16:14:20.368" v="993" actId="9405"/>
          <ac:inkMkLst>
            <pc:docMk/>
            <pc:sldMk cId="0" sldId="256"/>
            <ac:inkMk id="1042" creationId="{30284691-E050-C254-F523-13E58B435A60}"/>
          </ac:inkMkLst>
        </pc:inkChg>
      </pc:sldChg>
    </pc:docChg>
  </pc:docChgLst>
  <pc:docChgLst>
    <pc:chgData name="Paraic Gavin - STUDENT" userId="ade65d21-b2aa-47b8-be48-9d9474764020" providerId="ADAL" clId="{9A315210-8815-4997-A49C-5B5F89929B49}"/>
    <pc:docChg chg="undo custSel modSld">
      <pc:chgData name="Paraic Gavin - STUDENT" userId="ade65d21-b2aa-47b8-be48-9d9474764020" providerId="ADAL" clId="{9A315210-8815-4997-A49C-5B5F89929B49}" dt="2026-04-14T15:03:02.661" v="156" actId="113"/>
      <pc:docMkLst>
        <pc:docMk/>
      </pc:docMkLst>
      <pc:sldChg chg="addSp delSp modSp mod setBg">
        <pc:chgData name="Paraic Gavin - STUDENT" userId="ade65d21-b2aa-47b8-be48-9d9474764020" providerId="ADAL" clId="{9A315210-8815-4997-A49C-5B5F89929B49}" dt="2026-04-14T15:03:02.661" v="156" actId="113"/>
        <pc:sldMkLst>
          <pc:docMk/>
          <pc:sldMk cId="0" sldId="256"/>
        </pc:sldMkLst>
        <pc:spChg chg="mod">
          <ac:chgData name="Paraic Gavin - STUDENT" userId="ade65d21-b2aa-47b8-be48-9d9474764020" providerId="ADAL" clId="{9A315210-8815-4997-A49C-5B5F89929B49}" dt="2026-04-14T14:48:58.514" v="41" actId="14100"/>
          <ac:spMkLst>
            <pc:docMk/>
            <pc:sldMk cId="0" sldId="256"/>
            <ac:spMk id="21" creationId="{14FF9F69-AD91-48F6-2ED3-5408B58CAAB6}"/>
          </ac:spMkLst>
        </pc:spChg>
        <pc:spChg chg="mod">
          <ac:chgData name="Paraic Gavin - STUDENT" userId="ade65d21-b2aa-47b8-be48-9d9474764020" providerId="ADAL" clId="{9A315210-8815-4997-A49C-5B5F89929B49}" dt="2026-04-14T14:53:41.250" v="62" actId="14100"/>
          <ac:spMkLst>
            <pc:docMk/>
            <pc:sldMk cId="0" sldId="256"/>
            <ac:spMk id="22" creationId="{9508D083-E19D-9065-18BB-9C81BD7BBFA9}"/>
          </ac:spMkLst>
        </pc:spChg>
        <pc:spChg chg="mod ord">
          <ac:chgData name="Paraic Gavin - STUDENT" userId="ade65d21-b2aa-47b8-be48-9d9474764020" providerId="ADAL" clId="{9A315210-8815-4997-A49C-5B5F89929B49}" dt="2026-04-14T14:56:05.621" v="72" actId="167"/>
          <ac:spMkLst>
            <pc:docMk/>
            <pc:sldMk cId="0" sldId="256"/>
            <ac:spMk id="33" creationId="{82C4D0EA-7AC4-ED30-06D8-23B83C53BB08}"/>
          </ac:spMkLst>
        </pc:spChg>
        <pc:spChg chg="add mod">
          <ac:chgData name="Paraic Gavin - STUDENT" userId="ade65d21-b2aa-47b8-be48-9d9474764020" providerId="ADAL" clId="{9A315210-8815-4997-A49C-5B5F89929B49}" dt="2026-04-14T14:46:58.547" v="32" actId="14100"/>
          <ac:spMkLst>
            <pc:docMk/>
            <pc:sldMk cId="0" sldId="256"/>
            <ac:spMk id="42" creationId="{CF41B996-234D-4DB5-674E-413B9FFC17EB}"/>
          </ac:spMkLst>
        </pc:spChg>
        <pc:spChg chg="add mod">
          <ac:chgData name="Paraic Gavin - STUDENT" userId="ade65d21-b2aa-47b8-be48-9d9474764020" providerId="ADAL" clId="{9A315210-8815-4997-A49C-5B5F89929B49}" dt="2026-04-14T14:53:19.122" v="60" actId="14100"/>
          <ac:spMkLst>
            <pc:docMk/>
            <pc:sldMk cId="0" sldId="256"/>
            <ac:spMk id="45" creationId="{D754804F-E5A3-3CC6-6828-F874D55DD958}"/>
          </ac:spMkLst>
        </pc:spChg>
        <pc:spChg chg="add mod">
          <ac:chgData name="Paraic Gavin - STUDENT" userId="ade65d21-b2aa-47b8-be48-9d9474764020" providerId="ADAL" clId="{9A315210-8815-4997-A49C-5B5F89929B49}" dt="2026-04-14T15:01:51.699" v="134" actId="255"/>
          <ac:spMkLst>
            <pc:docMk/>
            <pc:sldMk cId="0" sldId="256"/>
            <ac:spMk id="1035" creationId="{22F11AA7-6C69-9175-F8E9-21D039283C5A}"/>
          </ac:spMkLst>
        </pc:spChg>
        <pc:grpChg chg="mod">
          <ac:chgData name="Paraic Gavin - STUDENT" userId="ade65d21-b2aa-47b8-be48-9d9474764020" providerId="ADAL" clId="{9A315210-8815-4997-A49C-5B5F89929B49}" dt="2026-04-14T14:57:41.138" v="92"/>
          <ac:grpSpMkLst>
            <pc:docMk/>
            <pc:sldMk cId="0" sldId="256"/>
            <ac:grpSpMk id="63" creationId="{67AA75E3-4BD4-8D85-A0B8-0B710030830D}"/>
          </ac:grpSpMkLst>
        </pc:grpChg>
        <pc:picChg chg="mod">
          <ac:chgData name="Paraic Gavin - STUDENT" userId="ade65d21-b2aa-47b8-be48-9d9474764020" providerId="ADAL" clId="{9A315210-8815-4997-A49C-5B5F89929B49}" dt="2026-04-14T14:50:22.906" v="47" actId="14100"/>
          <ac:picMkLst>
            <pc:docMk/>
            <pc:sldMk cId="0" sldId="256"/>
            <ac:picMk id="17" creationId="{87C61C59-FFE2-D1C0-53C4-060386A11B51}"/>
          </ac:picMkLst>
        </pc:picChg>
        <pc:picChg chg="mod">
          <ac:chgData name="Paraic Gavin - STUDENT" userId="ade65d21-b2aa-47b8-be48-9d9474764020" providerId="ADAL" clId="{9A315210-8815-4997-A49C-5B5F89929B49}" dt="2026-04-14T14:48:49.553" v="40" actId="14100"/>
          <ac:picMkLst>
            <pc:docMk/>
            <pc:sldMk cId="0" sldId="256"/>
            <ac:picMk id="1028" creationId="{1467AEA2-262E-03EF-CA66-05AAC9956CDB}"/>
          </ac:picMkLst>
        </pc:picChg>
        <pc:picChg chg="mod">
          <ac:chgData name="Paraic Gavin - STUDENT" userId="ade65d21-b2aa-47b8-be48-9d9474764020" providerId="ADAL" clId="{9A315210-8815-4997-A49C-5B5F89929B49}" dt="2026-04-14T14:54:25.505" v="69" actId="1076"/>
          <ac:picMkLst>
            <pc:docMk/>
            <pc:sldMk cId="0" sldId="256"/>
            <ac:picMk id="1034" creationId="{05D1E544-6D68-0E3D-1A54-345E784BE6C2}"/>
          </ac:picMkLst>
        </pc:picChg>
        <pc:inkChg chg="add">
          <ac:chgData name="Paraic Gavin - STUDENT" userId="ade65d21-b2aa-47b8-be48-9d9474764020" providerId="ADAL" clId="{9A315210-8815-4997-A49C-5B5F89929B49}" dt="2026-04-14T14:56:59.630" v="73" actId="9405"/>
          <ac:inkMkLst>
            <pc:docMk/>
            <pc:sldMk cId="0" sldId="256"/>
            <ac:inkMk id="47" creationId="{3CD28205-042A-FEEA-5AAC-DE99B024930F}"/>
          </ac:inkMkLst>
        </pc:inkChg>
        <pc:inkChg chg="add">
          <ac:chgData name="Paraic Gavin - STUDENT" userId="ade65d21-b2aa-47b8-be48-9d9474764020" providerId="ADAL" clId="{9A315210-8815-4997-A49C-5B5F89929B49}" dt="2026-04-14T14:57:04.710" v="75"/>
          <ac:inkMkLst>
            <pc:docMk/>
            <pc:sldMk cId="0" sldId="256"/>
            <ac:inkMk id="49" creationId="{EE9A9BE6-4F0F-31B5-3F1F-5AF0E94154D4}"/>
          </ac:inkMkLst>
        </pc:inkChg>
        <pc:inkChg chg="add mod">
          <ac:chgData name="Paraic Gavin - STUDENT" userId="ade65d21-b2aa-47b8-be48-9d9474764020" providerId="ADAL" clId="{9A315210-8815-4997-A49C-5B5F89929B49}" dt="2026-04-14T14:57:19.547" v="80"/>
          <ac:inkMkLst>
            <pc:docMk/>
            <pc:sldMk cId="0" sldId="256"/>
            <ac:inkMk id="52" creationId="{4C9C30AE-7D17-57AD-F518-8419449B3CB6}"/>
          </ac:inkMkLst>
        </pc:inkChg>
        <pc:inkChg chg="add mod">
          <ac:chgData name="Paraic Gavin - STUDENT" userId="ade65d21-b2aa-47b8-be48-9d9474764020" providerId="ADAL" clId="{9A315210-8815-4997-A49C-5B5F89929B49}" dt="2026-04-14T14:57:25.625" v="83"/>
          <ac:inkMkLst>
            <pc:docMk/>
            <pc:sldMk cId="0" sldId="256"/>
            <ac:inkMk id="54" creationId="{438F0E95-904B-BBCD-4B39-2DE621E660CE}"/>
          </ac:inkMkLst>
        </pc:inkChg>
        <pc:inkChg chg="add">
          <ac:chgData name="Paraic Gavin - STUDENT" userId="ade65d21-b2aa-47b8-be48-9d9474764020" providerId="ADAL" clId="{9A315210-8815-4997-A49C-5B5F89929B49}" dt="2026-04-14T14:57:28.251" v="84" actId="9405"/>
          <ac:inkMkLst>
            <pc:docMk/>
            <pc:sldMk cId="0" sldId="256"/>
            <ac:inkMk id="55" creationId="{6C00A28C-6D99-4C7C-C708-00DDE529B4AC}"/>
          </ac:inkMkLst>
        </pc:inkChg>
        <pc:inkChg chg="add mod">
          <ac:chgData name="Paraic Gavin - STUDENT" userId="ade65d21-b2aa-47b8-be48-9d9474764020" providerId="ADAL" clId="{9A315210-8815-4997-A49C-5B5F89929B49}" dt="2026-04-14T14:57:41.138" v="92"/>
          <ac:inkMkLst>
            <pc:docMk/>
            <pc:sldMk cId="0" sldId="256"/>
            <ac:inkMk id="56" creationId="{E2877DB2-052B-3EEC-0A15-197F55BCB70D}"/>
          </ac:inkMkLst>
        </pc:inkChg>
        <pc:inkChg chg="add mod">
          <ac:chgData name="Paraic Gavin - STUDENT" userId="ade65d21-b2aa-47b8-be48-9d9474764020" providerId="ADAL" clId="{9A315210-8815-4997-A49C-5B5F89929B49}" dt="2026-04-14T14:57:41.138" v="92"/>
          <ac:inkMkLst>
            <pc:docMk/>
            <pc:sldMk cId="0" sldId="256"/>
            <ac:inkMk id="57" creationId="{44B5E9ED-10C5-6593-940C-7C9595DE657E}"/>
          </ac:inkMkLst>
        </pc:inkChg>
        <pc:inkChg chg="add mod">
          <ac:chgData name="Paraic Gavin - STUDENT" userId="ade65d21-b2aa-47b8-be48-9d9474764020" providerId="ADAL" clId="{9A315210-8815-4997-A49C-5B5F89929B49}" dt="2026-04-14T14:57:41.138" v="92"/>
          <ac:inkMkLst>
            <pc:docMk/>
            <pc:sldMk cId="0" sldId="256"/>
            <ac:inkMk id="58" creationId="{337DAB90-560B-A5A9-0FAD-B8688D09DDD4}"/>
          </ac:inkMkLst>
        </pc:inkChg>
        <pc:inkChg chg="add mod">
          <ac:chgData name="Paraic Gavin - STUDENT" userId="ade65d21-b2aa-47b8-be48-9d9474764020" providerId="ADAL" clId="{9A315210-8815-4997-A49C-5B5F89929B49}" dt="2026-04-14T14:57:41.138" v="92"/>
          <ac:inkMkLst>
            <pc:docMk/>
            <pc:sldMk cId="0" sldId="256"/>
            <ac:inkMk id="60" creationId="{277FEB78-A59B-4662-BA65-8DC71E4790D3}"/>
          </ac:inkMkLst>
        </pc:inkChg>
        <pc:inkChg chg="add mod">
          <ac:chgData name="Paraic Gavin - STUDENT" userId="ade65d21-b2aa-47b8-be48-9d9474764020" providerId="ADAL" clId="{9A315210-8815-4997-A49C-5B5F89929B49}" dt="2026-04-14T14:57:41.138" v="92"/>
          <ac:inkMkLst>
            <pc:docMk/>
            <pc:sldMk cId="0" sldId="256"/>
            <ac:inkMk id="61" creationId="{268DA3DE-C3C1-D149-552A-236B29DF3B4A}"/>
          </ac:inkMkLst>
        </pc:inkChg>
        <pc:inkChg chg="add mod">
          <ac:chgData name="Paraic Gavin - STUDENT" userId="ade65d21-b2aa-47b8-be48-9d9474764020" providerId="ADAL" clId="{9A315210-8815-4997-A49C-5B5F89929B49}" dt="2026-04-14T14:57:41.138" v="92"/>
          <ac:inkMkLst>
            <pc:docMk/>
            <pc:sldMk cId="0" sldId="256"/>
            <ac:inkMk id="62" creationId="{2F040624-32B4-0B56-05C5-7EA64D0BB77F}"/>
          </ac:inkMkLst>
        </pc:inkChg>
        <pc:inkChg chg="add">
          <ac:chgData name="Paraic Gavin - STUDENT" userId="ade65d21-b2aa-47b8-be48-9d9474764020" providerId="ADAL" clId="{9A315210-8815-4997-A49C-5B5F89929B49}" dt="2026-04-14T14:57:52.932" v="95" actId="9405"/>
          <ac:inkMkLst>
            <pc:docMk/>
            <pc:sldMk cId="0" sldId="256"/>
            <ac:inkMk id="1025" creationId="{9B38EE06-BAEB-C3B9-811E-5942BF3D7A44}"/>
          </ac:inkMkLst>
        </pc:inkChg>
        <pc:inkChg chg="add mod">
          <ac:chgData name="Paraic Gavin - STUDENT" userId="ade65d21-b2aa-47b8-be48-9d9474764020" providerId="ADAL" clId="{9A315210-8815-4997-A49C-5B5F89929B49}" dt="2026-04-14T14:58:09.249" v="98"/>
          <ac:inkMkLst>
            <pc:docMk/>
            <pc:sldMk cId="0" sldId="256"/>
            <ac:inkMk id="1029" creationId="{C227D0E3-BA9E-3F89-A970-40F6CDD776FC}"/>
          </ac:inkMkLst>
        </pc:inkChg>
      </pc:sldChg>
    </pc:docChg>
  </pc:docChgLst>
  <pc:docChgLst>
    <pc:chgData name="Paraic Gavin - STUDENT" userId="ade65d21-b2aa-47b8-be48-9d9474764020" providerId="ADAL" clId="{F4720C1A-382D-4E5C-8BFC-8D5A4979C5C6}"/>
    <pc:docChg chg="undo custSel modSld">
      <pc:chgData name="Paraic Gavin - STUDENT" userId="ade65d21-b2aa-47b8-be48-9d9474764020" providerId="ADAL" clId="{F4720C1A-382D-4E5C-8BFC-8D5A4979C5C6}" dt="2026-04-16T13:55:12.930" v="48" actId="688"/>
      <pc:docMkLst>
        <pc:docMk/>
      </pc:docMkLst>
      <pc:sldChg chg="addSp delSp modSp mod">
        <pc:chgData name="Paraic Gavin - STUDENT" userId="ade65d21-b2aa-47b8-be48-9d9474764020" providerId="ADAL" clId="{F4720C1A-382D-4E5C-8BFC-8D5A4979C5C6}" dt="2026-04-16T13:55:12.930" v="48" actId="688"/>
        <pc:sldMkLst>
          <pc:docMk/>
          <pc:sldMk cId="0" sldId="256"/>
        </pc:sldMkLst>
        <pc:spChg chg="add mod">
          <ac:chgData name="Paraic Gavin - STUDENT" userId="ade65d21-b2aa-47b8-be48-9d9474764020" providerId="ADAL" clId="{F4720C1A-382D-4E5C-8BFC-8D5A4979C5C6}" dt="2026-04-16T12:31:36.492" v="4" actId="14100"/>
          <ac:spMkLst>
            <pc:docMk/>
            <pc:sldMk cId="0" sldId="256"/>
            <ac:spMk id="5" creationId="{6F9ECAEC-A8F3-8B5B-3C30-4E140316B630}"/>
          </ac:spMkLst>
        </pc:spChg>
        <pc:spChg chg="mod">
          <ac:chgData name="Paraic Gavin - STUDENT" userId="ade65d21-b2aa-47b8-be48-9d9474764020" providerId="ADAL" clId="{F4720C1A-382D-4E5C-8BFC-8D5A4979C5C6}" dt="2026-04-16T12:52:45.487" v="41" actId="113"/>
          <ac:spMkLst>
            <pc:docMk/>
            <pc:sldMk cId="0" sldId="256"/>
            <ac:spMk id="7" creationId="{00000000-0000-0000-0000-000000000000}"/>
          </ac:spMkLst>
        </pc:spChg>
        <pc:spChg chg="mod">
          <ac:chgData name="Paraic Gavin - STUDENT" userId="ade65d21-b2aa-47b8-be48-9d9474764020" providerId="ADAL" clId="{F4720C1A-382D-4E5C-8BFC-8D5A4979C5C6}" dt="2026-04-16T13:24:24.916" v="44" actId="14100"/>
          <ac:spMkLst>
            <pc:docMk/>
            <pc:sldMk cId="0" sldId="256"/>
            <ac:spMk id="9" creationId="{6B07F720-3F7D-F09B-5DE0-ABB3AE8BCE5A}"/>
          </ac:spMkLst>
        </pc:spChg>
        <pc:spChg chg="mod">
          <ac:chgData name="Paraic Gavin - STUDENT" userId="ade65d21-b2aa-47b8-be48-9d9474764020" providerId="ADAL" clId="{F4720C1A-382D-4E5C-8BFC-8D5A4979C5C6}" dt="2026-04-16T12:55:52.322" v="43" actId="242"/>
          <ac:spMkLst>
            <pc:docMk/>
            <pc:sldMk cId="0" sldId="256"/>
            <ac:spMk id="10" creationId="{BDFC41B3-F65D-81E4-CBAA-8E69B99073AD}"/>
          </ac:spMkLst>
        </pc:spChg>
        <pc:spChg chg="mod">
          <ac:chgData name="Paraic Gavin - STUDENT" userId="ade65d21-b2aa-47b8-be48-9d9474764020" providerId="ADAL" clId="{F4720C1A-382D-4E5C-8BFC-8D5A4979C5C6}" dt="2026-04-16T13:24:30.061" v="45" actId="14100"/>
          <ac:spMkLst>
            <pc:docMk/>
            <pc:sldMk cId="0" sldId="256"/>
            <ac:spMk id="19" creationId="{4E772AB7-070A-03E7-1D99-30AAA426B76A}"/>
          </ac:spMkLst>
        </pc:spChg>
        <pc:spChg chg="mod">
          <ac:chgData name="Paraic Gavin - STUDENT" userId="ade65d21-b2aa-47b8-be48-9d9474764020" providerId="ADAL" clId="{F4720C1A-382D-4E5C-8BFC-8D5A4979C5C6}" dt="2026-04-16T13:24:34.278" v="46" actId="14100"/>
          <ac:spMkLst>
            <pc:docMk/>
            <pc:sldMk cId="0" sldId="256"/>
            <ac:spMk id="21" creationId="{14FF9F69-AD91-48F6-2ED3-5408B58CAAB6}"/>
          </ac:spMkLst>
        </pc:spChg>
        <pc:spChg chg="mod">
          <ac:chgData name="Paraic Gavin - STUDENT" userId="ade65d21-b2aa-47b8-be48-9d9474764020" providerId="ADAL" clId="{F4720C1A-382D-4E5C-8BFC-8D5A4979C5C6}" dt="2026-04-16T12:55:34.339" v="42" actId="242"/>
          <ac:spMkLst>
            <pc:docMk/>
            <pc:sldMk cId="0" sldId="256"/>
            <ac:spMk id="1035" creationId="{22F11AA7-6C69-9175-F8E9-21D039283C5A}"/>
          </ac:spMkLst>
        </pc:spChg>
        <pc:picChg chg="add mod modCrop">
          <ac:chgData name="Paraic Gavin - STUDENT" userId="ade65d21-b2aa-47b8-be48-9d9474764020" providerId="ADAL" clId="{F4720C1A-382D-4E5C-8BFC-8D5A4979C5C6}" dt="2026-04-16T12:51:16.285" v="16" actId="14100"/>
          <ac:picMkLst>
            <pc:docMk/>
            <pc:sldMk cId="0" sldId="256"/>
            <ac:picMk id="12" creationId="{379591C4-0B21-BC18-04BA-A4D46170CD35}"/>
          </ac:picMkLst>
        </pc:picChg>
        <pc:picChg chg="mod">
          <ac:chgData name="Paraic Gavin - STUDENT" userId="ade65d21-b2aa-47b8-be48-9d9474764020" providerId="ADAL" clId="{F4720C1A-382D-4E5C-8BFC-8D5A4979C5C6}" dt="2026-04-16T13:55:12.930" v="48" actId="688"/>
          <ac:picMkLst>
            <pc:docMk/>
            <pc:sldMk cId="0" sldId="256"/>
            <ac:picMk id="13" creationId="{8527A6AD-1018-6818-B32F-227CDE4B334C}"/>
          </ac:picMkLst>
        </pc:picChg>
        <pc:inkChg chg="add del">
          <ac:chgData name="Paraic Gavin - STUDENT" userId="ade65d21-b2aa-47b8-be48-9d9474764020" providerId="ADAL" clId="{F4720C1A-382D-4E5C-8BFC-8D5A4979C5C6}" dt="2026-04-16T12:31:41.445" v="6" actId="21"/>
          <ac:inkMkLst>
            <pc:docMk/>
            <pc:sldMk cId="0" sldId="256"/>
            <ac:inkMk id="28" creationId="{5208D42E-009E-73BA-89A7-97704432404E}"/>
          </ac:inkMkLst>
        </pc:inkChg>
      </pc:sldChg>
    </pc:docChg>
  </pc:docChgLst>
  <pc:docChgLst>
    <pc:chgData name="Paraic Gavin - STUDENT" userId="S::g00465477@atu.ie::ade65d21-b2aa-47b8-be48-9d9474764020" providerId="AD" clId="Web-{48F2ACF6-2329-AACE-3DF0-017CF144EE9D}"/>
    <pc:docChg chg="modSld">
      <pc:chgData name="Paraic Gavin - STUDENT" userId="S::g00465477@atu.ie::ade65d21-b2aa-47b8-be48-9d9474764020" providerId="AD" clId="Web-{48F2ACF6-2329-AACE-3DF0-017CF144EE9D}" dt="2026-04-14T14:40:31.956" v="12"/>
      <pc:docMkLst>
        <pc:docMk/>
      </pc:docMkLst>
      <pc:sldChg chg="modSp mod setBg">
        <pc:chgData name="Paraic Gavin - STUDENT" userId="S::g00465477@atu.ie::ade65d21-b2aa-47b8-be48-9d9474764020" providerId="AD" clId="Web-{48F2ACF6-2329-AACE-3DF0-017CF144EE9D}" dt="2026-04-14T14:40:31.956" v="12"/>
        <pc:sldMkLst>
          <pc:docMk/>
          <pc:sldMk cId="0" sldId="256"/>
        </pc:sldMkLst>
        <pc:spChg chg="mod">
          <ac:chgData name="Paraic Gavin - STUDENT" userId="S::g00465477@atu.ie::ade65d21-b2aa-47b8-be48-9d9474764020" providerId="AD" clId="Web-{48F2ACF6-2329-AACE-3DF0-017CF144EE9D}" dt="2026-04-14T14:38:33.642" v="8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Paraic Gavin - STUDENT" userId="S::g00465477@atu.ie::ade65d21-b2aa-47b8-be48-9d9474764020" providerId="AD" clId="Web-{48F2ACF6-2329-AACE-3DF0-017CF144EE9D}" dt="2026-04-14T14:38:05.514" v="5" actId="14100"/>
          <ac:spMkLst>
            <pc:docMk/>
            <pc:sldMk cId="0" sldId="256"/>
            <ac:spMk id="32" creationId="{D67343B3-2668-1F2D-D22E-49899C871EE3}"/>
          </ac:spMkLst>
        </pc:spChg>
        <pc:spChg chg="mod">
          <ac:chgData name="Paraic Gavin - STUDENT" userId="S::g00465477@atu.ie::ade65d21-b2aa-47b8-be48-9d9474764020" providerId="AD" clId="Web-{48F2ACF6-2329-AACE-3DF0-017CF144EE9D}" dt="2026-04-14T14:38:25.360" v="7" actId="14100"/>
          <ac:spMkLst>
            <pc:docMk/>
            <pc:sldMk cId="0" sldId="256"/>
            <ac:spMk id="33" creationId="{82C4D0EA-7AC4-ED30-06D8-23B83C53BB08}"/>
          </ac:spMkLst>
        </pc:spChg>
      </pc:sldChg>
    </pc:docChg>
  </pc:docChgLst>
  <pc:docChgLst>
    <pc:chgData name="Paraic Gavin - STUDENT" userId="ade65d21-b2aa-47b8-be48-9d9474764020" providerId="ADAL" clId="{A9BDFE8D-E9A8-4954-84C3-96FD8FF85327}"/>
    <pc:docChg chg="undo custSel modSld">
      <pc:chgData name="Paraic Gavin - STUDENT" userId="ade65d21-b2aa-47b8-be48-9d9474764020" providerId="ADAL" clId="{A9BDFE8D-E9A8-4954-84C3-96FD8FF85327}" dt="2026-04-15T15:36:53.852" v="1283" actId="207"/>
      <pc:docMkLst>
        <pc:docMk/>
      </pc:docMkLst>
      <pc:sldChg chg="addSp delSp modSp mod setBg">
        <pc:chgData name="Paraic Gavin - STUDENT" userId="ade65d21-b2aa-47b8-be48-9d9474764020" providerId="ADAL" clId="{A9BDFE8D-E9A8-4954-84C3-96FD8FF85327}" dt="2026-04-15T15:36:53.852" v="1283" actId="207"/>
        <pc:sldMkLst>
          <pc:docMk/>
          <pc:sldMk cId="0" sldId="256"/>
        </pc:sldMkLst>
        <pc:spChg chg="mod">
          <ac:chgData name="Paraic Gavin - STUDENT" userId="ade65d21-b2aa-47b8-be48-9d9474764020" providerId="ADAL" clId="{A9BDFE8D-E9A8-4954-84C3-96FD8FF85327}" dt="2026-04-15T15:36:53.852" v="1283" actId="207"/>
          <ac:spMkLst>
            <pc:docMk/>
            <pc:sldMk cId="0" sldId="256"/>
            <ac:spMk id="4" creationId="{2A4F812E-BEC4-6ADC-1539-18517A23704F}"/>
          </ac:spMkLst>
        </pc:spChg>
        <pc:spChg chg="mod">
          <ac:chgData name="Paraic Gavin - STUDENT" userId="ade65d21-b2aa-47b8-be48-9d9474764020" providerId="ADAL" clId="{A9BDFE8D-E9A8-4954-84C3-96FD8FF85327}" dt="2026-04-15T15:36:51.004" v="1282" actId="207"/>
          <ac:spMkLst>
            <pc:docMk/>
            <pc:sldMk cId="0" sldId="256"/>
            <ac:spMk id="8" creationId="{6CEC5357-ACB5-AA66-921E-669BAE9C1FDA}"/>
          </ac:spMkLst>
        </pc:spChg>
        <pc:spChg chg="mod">
          <ac:chgData name="Paraic Gavin - STUDENT" userId="ade65d21-b2aa-47b8-be48-9d9474764020" providerId="ADAL" clId="{A9BDFE8D-E9A8-4954-84C3-96FD8FF85327}" dt="2026-04-15T15:36:48.804" v="1281" actId="207"/>
          <ac:spMkLst>
            <pc:docMk/>
            <pc:sldMk cId="0" sldId="256"/>
            <ac:spMk id="9" creationId="{6B07F720-3F7D-F09B-5DE0-ABB3AE8BCE5A}"/>
          </ac:spMkLst>
        </pc:spChg>
        <pc:spChg chg="mod">
          <ac:chgData name="Paraic Gavin - STUDENT" userId="ade65d21-b2aa-47b8-be48-9d9474764020" providerId="ADAL" clId="{A9BDFE8D-E9A8-4954-84C3-96FD8FF85327}" dt="2026-04-15T15:36:42.860" v="1279" actId="207"/>
          <ac:spMkLst>
            <pc:docMk/>
            <pc:sldMk cId="0" sldId="256"/>
            <ac:spMk id="10" creationId="{BDFC41B3-F65D-81E4-CBAA-8E69B99073AD}"/>
          </ac:spMkLst>
        </pc:spChg>
        <pc:spChg chg="mod">
          <ac:chgData name="Paraic Gavin - STUDENT" userId="ade65d21-b2aa-47b8-be48-9d9474764020" providerId="ADAL" clId="{A9BDFE8D-E9A8-4954-84C3-96FD8FF85327}" dt="2026-04-15T15:21:54.196" v="122" actId="207"/>
          <ac:spMkLst>
            <pc:docMk/>
            <pc:sldMk cId="0" sldId="256"/>
            <ac:spMk id="19" creationId="{4E772AB7-070A-03E7-1D99-30AAA426B76A}"/>
          </ac:spMkLst>
        </pc:spChg>
        <pc:spChg chg="mod">
          <ac:chgData name="Paraic Gavin - STUDENT" userId="ade65d21-b2aa-47b8-be48-9d9474764020" providerId="ADAL" clId="{A9BDFE8D-E9A8-4954-84C3-96FD8FF85327}" dt="2026-04-15T15:22:05.019" v="123" actId="207"/>
          <ac:spMkLst>
            <pc:docMk/>
            <pc:sldMk cId="0" sldId="256"/>
            <ac:spMk id="21" creationId="{14FF9F69-AD91-48F6-2ED3-5408B58CAAB6}"/>
          </ac:spMkLst>
        </pc:spChg>
        <pc:spChg chg="mod">
          <ac:chgData name="Paraic Gavin - STUDENT" userId="ade65d21-b2aa-47b8-be48-9d9474764020" providerId="ADAL" clId="{A9BDFE8D-E9A8-4954-84C3-96FD8FF85327}" dt="2026-04-15T15:22:18.012" v="125" actId="207"/>
          <ac:spMkLst>
            <pc:docMk/>
            <pc:sldMk cId="0" sldId="256"/>
            <ac:spMk id="22" creationId="{9508D083-E19D-9065-18BB-9C81BD7BBFA9}"/>
          </ac:spMkLst>
        </pc:spChg>
        <pc:spChg chg="del mod">
          <ac:chgData name="Paraic Gavin - STUDENT" userId="ade65d21-b2aa-47b8-be48-9d9474764020" providerId="ADAL" clId="{A9BDFE8D-E9A8-4954-84C3-96FD8FF85327}" dt="2026-04-15T15:23:04.766" v="127" actId="21"/>
          <ac:spMkLst>
            <pc:docMk/>
            <pc:sldMk cId="0" sldId="256"/>
            <ac:spMk id="36" creationId="{397718D0-7701-B4EA-9217-47F06C1BB785}"/>
          </ac:spMkLst>
        </pc:spChg>
        <pc:spChg chg="mod">
          <ac:chgData name="Paraic Gavin - STUDENT" userId="ade65d21-b2aa-47b8-be48-9d9474764020" providerId="ADAL" clId="{A9BDFE8D-E9A8-4954-84C3-96FD8FF85327}" dt="2026-04-15T15:21:13.132" v="118" actId="207"/>
          <ac:spMkLst>
            <pc:docMk/>
            <pc:sldMk cId="0" sldId="256"/>
            <ac:spMk id="42" creationId="{CF41B996-234D-4DB5-674E-413B9FFC17EB}"/>
          </ac:spMkLst>
        </pc:spChg>
        <pc:spChg chg="del mod">
          <ac:chgData name="Paraic Gavin - STUDENT" userId="ade65d21-b2aa-47b8-be48-9d9474764020" providerId="ADAL" clId="{A9BDFE8D-E9A8-4954-84C3-96FD8FF85327}" dt="2026-04-15T15:22:11.967" v="124" actId="21"/>
          <ac:spMkLst>
            <pc:docMk/>
            <pc:sldMk cId="0" sldId="256"/>
            <ac:spMk id="44" creationId="{D5D317B4-523F-87A4-EA70-F680B2B3D2D1}"/>
          </ac:spMkLst>
        </pc:spChg>
        <pc:spChg chg="mod">
          <ac:chgData name="Paraic Gavin - STUDENT" userId="ade65d21-b2aa-47b8-be48-9d9474764020" providerId="ADAL" clId="{A9BDFE8D-E9A8-4954-84C3-96FD8FF85327}" dt="2026-04-15T15:21:44.348" v="120" actId="207"/>
          <ac:spMkLst>
            <pc:docMk/>
            <pc:sldMk cId="0" sldId="256"/>
            <ac:spMk id="45" creationId="{D754804F-E5A3-3CC6-6828-F874D55DD958}"/>
          </ac:spMkLst>
        </pc:spChg>
        <pc:spChg chg="mod">
          <ac:chgData name="Paraic Gavin - STUDENT" userId="ade65d21-b2aa-47b8-be48-9d9474764020" providerId="ADAL" clId="{A9BDFE8D-E9A8-4954-84C3-96FD8FF85327}" dt="2026-04-15T15:36:46.068" v="1280" actId="207"/>
          <ac:spMkLst>
            <pc:docMk/>
            <pc:sldMk cId="0" sldId="256"/>
            <ac:spMk id="1035" creationId="{22F11AA7-6C69-9175-F8E9-21D039283C5A}"/>
          </ac:spMkLst>
        </pc:spChg>
        <pc:picChg chg="add mod">
          <ac:chgData name="Paraic Gavin - STUDENT" userId="ade65d21-b2aa-47b8-be48-9d9474764020" providerId="ADAL" clId="{A9BDFE8D-E9A8-4954-84C3-96FD8FF85327}" dt="2026-04-15T15:29:18.508" v="133" actId="1076"/>
          <ac:picMkLst>
            <pc:docMk/>
            <pc:sldMk cId="0" sldId="256"/>
            <ac:picMk id="3" creationId="{DBD4517B-EEB9-E551-727A-49D3E75C8209}"/>
          </ac:picMkLst>
        </pc:picChg>
        <pc:picChg chg="add mod">
          <ac:chgData name="Paraic Gavin - STUDENT" userId="ade65d21-b2aa-47b8-be48-9d9474764020" providerId="ADAL" clId="{A9BDFE8D-E9A8-4954-84C3-96FD8FF85327}" dt="2026-04-15T15:31:36.799" v="135"/>
          <ac:picMkLst>
            <pc:docMk/>
            <pc:sldMk cId="0" sldId="256"/>
            <ac:picMk id="5" creationId="{3D52C88D-1E4E-21BA-1A93-5A1A31D256B1}"/>
          </ac:picMkLst>
        </pc:picChg>
        <pc:picChg chg="add mod">
          <ac:chgData name="Paraic Gavin - STUDENT" userId="ade65d21-b2aa-47b8-be48-9d9474764020" providerId="ADAL" clId="{A9BDFE8D-E9A8-4954-84C3-96FD8FF85327}" dt="2026-04-15T15:31:39.351" v="136"/>
          <ac:picMkLst>
            <pc:docMk/>
            <pc:sldMk cId="0" sldId="256"/>
            <ac:picMk id="11" creationId="{E39786BB-DAC7-EDA2-2605-2774C9B85541}"/>
          </ac:picMkLst>
        </pc:picChg>
        <pc:picChg chg="add mod">
          <ac:chgData name="Paraic Gavin - STUDENT" userId="ade65d21-b2aa-47b8-be48-9d9474764020" providerId="ADAL" clId="{A9BDFE8D-E9A8-4954-84C3-96FD8FF85327}" dt="2026-04-15T15:31:41.455" v="137"/>
          <ac:picMkLst>
            <pc:docMk/>
            <pc:sldMk cId="0" sldId="256"/>
            <ac:picMk id="12" creationId="{8E79C518-ADB8-705E-520F-3EC627BE483F}"/>
          </ac:picMkLst>
        </pc:picChg>
        <pc:picChg chg="add mod">
          <ac:chgData name="Paraic Gavin - STUDENT" userId="ade65d21-b2aa-47b8-be48-9d9474764020" providerId="ADAL" clId="{A9BDFE8D-E9A8-4954-84C3-96FD8FF85327}" dt="2026-04-15T15:32:20.973" v="142" actId="1076"/>
          <ac:picMkLst>
            <pc:docMk/>
            <pc:sldMk cId="0" sldId="256"/>
            <ac:picMk id="13" creationId="{8527A6AD-1018-6818-B32F-227CDE4B334C}"/>
          </ac:picMkLst>
        </pc:picChg>
        <pc:picChg chg="mod">
          <ac:chgData name="Paraic Gavin - STUDENT" userId="ade65d21-b2aa-47b8-be48-9d9474764020" providerId="ADAL" clId="{A9BDFE8D-E9A8-4954-84C3-96FD8FF85327}" dt="2026-04-15T15:21:33.172" v="119" actId="207"/>
          <ac:picMkLst>
            <pc:docMk/>
            <pc:sldMk cId="0" sldId="256"/>
            <ac:picMk id="17" creationId="{87C61C59-FFE2-D1C0-53C4-060386A11B51}"/>
          </ac:picMkLst>
        </pc:picChg>
        <pc:picChg chg="add del">
          <ac:chgData name="Paraic Gavin - STUDENT" userId="ade65d21-b2aa-47b8-be48-9d9474764020" providerId="ADAL" clId="{A9BDFE8D-E9A8-4954-84C3-96FD8FF85327}" dt="2026-04-15T15:32:08.244" v="140" actId="21"/>
          <ac:picMkLst>
            <pc:docMk/>
            <pc:sldMk cId="0" sldId="256"/>
            <ac:picMk id="38" creationId="{3D52C88D-1E4E-21BA-1A93-5A1A31D256B1}"/>
          </ac:picMkLst>
        </pc:picChg>
        <pc:picChg chg="mod">
          <ac:chgData name="Paraic Gavin - STUDENT" userId="ade65d21-b2aa-47b8-be48-9d9474764020" providerId="ADAL" clId="{A9BDFE8D-E9A8-4954-84C3-96FD8FF85327}" dt="2026-04-15T15:23:31.460" v="128" actId="1076"/>
          <ac:picMkLst>
            <pc:docMk/>
            <pc:sldMk cId="0" sldId="256"/>
            <ac:picMk id="1034" creationId="{05D1E544-6D68-0E3D-1A54-345E784BE6C2}"/>
          </ac:picMkLst>
        </pc:picChg>
        <pc:picChg chg="del">
          <ac:chgData name="Paraic Gavin - STUDENT" userId="ade65d21-b2aa-47b8-be48-9d9474764020" providerId="ADAL" clId="{A9BDFE8D-E9A8-4954-84C3-96FD8FF85327}" dt="2026-04-15T15:29:06.868" v="131" actId="21"/>
          <ac:picMkLst>
            <pc:docMk/>
            <pc:sldMk cId="0" sldId="256"/>
            <ac:picMk id="1036" creationId="{0CE2E137-9BF2-1D5B-B77A-F98156657123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4:56:59.6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22 14 24575,'18'6'0,"0"-1"0,1 0 0,-1-1 0,1-1 0,-1-1 0,1 0 0,23-2 0,41-2 0,121-17 0,-111 11 0,163 7 0,-116 4 0,289 14 0,-287-9 0,147-13 0,-89-2 0,349 7 0,-512-1 0,55-11 0,26-1 0,-81 13 0,294 0 0,-322 1 0,0 0 0,0 0 0,0 1 0,0 1 0,0-1 0,-1 2 0,1-1 0,-1 1 0,0 0 0,0 0 0,-1 1 0,1 1 0,-1-1 0,0 1 0,7 7 0,-9-8 0,-1 0 0,0-1 0,-1 2 0,1-1 0,-1 0 0,0 1 0,0-1 0,0 1 0,-1 0 0,0 0 0,0 0 0,-1 0 0,1 0 0,-1 0 0,-1 1 0,1-1 0,-1 0 0,0 1 0,0-1 0,-1 0 0,0 0 0,-3 10 0,4-15 0,-1 0 0,1 0 0,-1 1 0,1-1 0,-1 0 0,0 0 0,0 0 0,1 0 0,-1-1 0,0 1 0,0 0 0,0 0 0,0 0 0,0-1 0,0 1 0,0 0 0,0-1 0,0 1 0,-1-1 0,1 1 0,0-1 0,0 0 0,0 1 0,-1-1 0,1 0 0,0 0 0,0 0 0,-1 0 0,-1 0 0,-47-9 0,18 3 0,-111-7 0,83 6 0,-63 0 0,-13 9 0,-214-26 0,140 4 0,-307 9 0,363 12 0,-103-15 0,-365 21 0,73 0 0,415-7-1365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4:57:04.7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4125 237 24562,'-2'9'0,"-2"1"0,-4-1 0,-3 0 0,-4 0 0,-2 0 0,-3 0 0,-4 0 0,-2 0 0,-4 0 0,-2-1 0,-4 1 0,-2-1 0,-3 0 0,-3 0 0,-2-1 0,-3 1 0,-2-1 0,-3 0 0,-2 0 0,-2-1 0,-3 0 0,-2 0 0,-1 0 0,-3-1 0,-1 0 0,-2 0 0,-1-1 0,-2 0 0,-1 0 0,-2-1 0,0 0 0,-2 0 0,0-1 0,-1 0 0,-1 0 0,0-1 0,-1 0 0,0 0 0,1-1 0,-1 0 0,0-1 0,0 0 0,1 0 0,0-1 0,1 0 0,1 0 0,0-1 0,2 0 0,0 0 0,2-1 0,1 0 0,2 0 0,1-1 0,2 0 0,1 0 0,3-1 0,1 0 0,2 0 0,3 0 0,2-1 0,2 0 0,3 0 0,2-1 0,3 1 0,2-1 0,3 0 0,3 0 0,2-1 0,4 1 0,2-1 0,4 0 0,2 0 0,4 0 0,3 0 0,2 0 0,4 0 0,3 0 0,4-1 0,2 1 0,4 0 0,2-1 0,4 1 0,3 0 0,4 0 0,2 0 0,3 0 0,4 0 0,2 0 0,4 0 0,2 1 0,4-1 0,2 1 0,3 0 0,3 0 0,2 1 0,3-1 0,2 1 0,3 0 0,2 0 0,2 1 0,3 0 0,2 0 0,1 0 0,3 1 0,1 0 0,2 0 0,1 1 0,2 0 0,1 0 0,2 1 0,0 0 0,2 0 0,0 1 0,1 0 0,1 0 0,0 1 0,1 0 0,0 0 0,0 1 0,-1 0 0,1 1 0,0 0 0,-1 0 0,0 1 0,-1 0 0,-1 0 0,0 1 0,-2 0 0,0 0 0,-2 1 0,-1 0 0,-2 0 0,-1 1 0,-2 0 0,-1 0 0,-3 1 0,-1 0 0,-2 0 0,-3 0 0,-2 1 0,-2 0 0,-3 0 0,-2 1 0,-3-1 0,-2 1 0,-3 0 0,-3 0 0,-2 1 0,-4-1 0,-2 1 0,-4 0 0,-2 0 0,-4 0 0,-3 0 0,-2 0 0,-4 0 0,-3 0 0,-4 1 0,-2-1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4:57:16.8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24289,'0'2752'0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4:57:22.12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24510,'4024'0'0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4:57:28.25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4091 1 24575,'-155'71'0,"21"-8"0,112-57 0,0-1 0,0 0 0,0-2 0,-1 0 0,1-2 0,-35-2 0,8 2 0,-25 1 0,2 3 0,-97 19 0,112-14 0,-1-1 0,-68-1 0,-120-9 0,95-1 0,-187 19 0,-207-6 0,451-13 0,-96-11 0,131 6 0,1 3 0,-1 3 0,0 2 0,-70 10 0,-9 6 0,1-6 0,-206-10 0,148-4 0,-71 3-1365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4:57:31.3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1 489 24575,'628'-24'0,"-264"19"0,-193 8 0,780-33 0,-739 20 0,276 23 0,-54 1 0,389-14 0,-819 0 0,-1 0 0,0 0 0,1 0 0,-1 0 0,0 0 0,1-1 0,-1 1 0,0-1 0,0 0 0,1 0 0,-1 0 0,0-1 0,0 1 0,0-1 0,-1 1 0,6-5 0,-6 3 0,0 0 0,0 0 0,-1 0 0,1-1 0,-1 1 0,0-1 0,0 1 0,0-1 0,0 0 0,-1 1 0,1-1 0,-1 0 0,0 1 0,-1-8 0,2-1 0,0-1 0,0 1 0,1-1 0,1 1 0,0 0 0,1 0 0,0 0 0,1 0 0,8-15 0,-13 27 0,21-64 0,-18 52 0,0 0 0,1 0 0,0 1 0,1-1 0,8-13 0,50-63-1365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4:57:33.74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69 566 24575,'0'-13'0,"2"-10"0,-2 0 0,-1 0 0,-1 0 0,-1 0 0,-1 0 0,-1 1 0,-11-33 0,12 40 0,0 1 0,1-1 0,1 0 0,0 0 0,1 0 0,0 0 0,4-29 0,-2 21 0,0 0 0,-5-31 0,4 51-47,-1-8-141,-1 0 0,0 0-1,-1 0 1,0 1 0,-1-1-1,-5-10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4:57:35.5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0 411 24575,'2'0'0,"0"0"0,0-1 0,0 1 0,0-1 0,0 0 0,-1 1 0,1-1 0,0 0 0,-1 0 0,1 0 0,0 0 0,-1-1 0,1 1 0,-1 0 0,0-1 0,1 1 0,-1-1 0,0 1 0,0-1 0,0 1 0,0-1 0,0 0 0,0 0 0,-1 1 0,1-1 0,0 0 0,-1 0 0,1 0 0,-1 0 0,0 0 0,0-3 0,2-10 0,-1 0 0,-1-31 0,-1 34 0,-13-168 0,14 155-71,1 11-253,-1 0 1,0 0-1,-3-17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4:57:37.7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4102 0 24575,'-1115'0'0,"1092"1"0,0 1 0,-44 10 0,20-3 0,-159 18 0,139-21 0,23-2 0,-53 11 0,34-3 0,0-3 0,-76 2 0,-131-11 0,137-2 0,-331-11 0,-48 0 0,321 15 0,-224-5 0,253-20-1365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4:57:39.3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3694 213 24575,'-50'11'0,"-1"-3"0,0-1 0,-92-1 0,92-4 0,-668 4 0,524-20 0,-258-14 0,9-37 0,112 15 0,256 43 0,47 5 0,0-2 0,-33-7 0,-3-2 0,-115-8 0,90 13 0,31 1 0,-263-16 0,29 24-1365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4:57:40.5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1 219 24575,'7'-1'0,"1"0"0,-1-1 0,1 0 0,-1-1 0,10-4 0,1 0 0,19-9 0,0-1 0,36-23 0,26-12 0,-66 39-9,0 2-1,0 2 1,2 0 0,66-6-1,-14 2-1308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4:57:52.9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3697 235 24575,'0'20'0,"1"-8"0,-1 0 0,0 0 0,-1-1 0,0 1 0,-1 0 0,-5 18 0,6-27 0,-1-1 0,1 1 0,-1-1 0,1 1 0,-1-1 0,0 0 0,0 1 0,0-1 0,0 0 0,0 0 0,0-1 0,-1 1 0,1 0 0,-1-1 0,1 1 0,-1-1 0,1 0 0,-1 0 0,0 0 0,0 0 0,1 0 0,-1-1 0,0 1 0,0-1 0,0 0 0,0 0 0,0 0 0,0 0 0,0 0 0,0-1 0,1 1 0,-7-3 0,-20-5 0,0-1 0,0-2 0,1-1 0,1-1 0,-42-27 0,29 17 0,-26-16 0,42 23 0,-2 0 0,0 2 0,0 1 0,-1 1 0,-1 1 0,0 2 0,-37-8 0,14 13 0,0 1 0,0 4 0,1 1 0,-56 10 0,55-6 0,-67 1 0,-230-17 0,64-3 0,-35 28 0,155-20 0,0-6 0,1-8 0,-252-62 0,359 71 0,1 2 0,-1 3 0,0 2 0,-81 6 0,43-1 0,69-1 0,-139 7 0,161-8 0,0 1 0,0 0 0,1 0 0,-1 0 0,0 0 0,1 0 0,-1 1 0,1-1 0,-1 1 0,1-1 0,0 1 0,0 0 0,-1 0 0,1 0 0,1 1 0,-1-1 0,0 0 0,0 1 0,1-1 0,0 1 0,-1-1 0,1 1 0,0 0 0,0-1 0,0 1 0,1 0 0,-1 0 0,1 0 0,-1 0 0,1 3 0,-1 2 0,1 0 0,0 0 0,0 0 0,1 0 0,0 1 0,0-1 0,1 0 0,0 0 0,6 14 0,-5-17 0,1 0 0,0 0 0,0 0 0,1 0 0,-1-1 0,1 0 0,0 0 0,0 0 0,0 0 0,0-1 0,11 5 0,68 29 0,-77-35 0,43 19-1365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4:58:04.3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3568 0 24572,'705'139'0,"-1239"342"0,1068-962 0,-4806 1659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5:29:59.7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24543,'0'2980'0,"4199"-2980"0,-4199-2980 0,-4199 2980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5:30:16.4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24528,'0'2202'0,"445"-2202"0,-445-2202 0,-445 2202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5:30:29.8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884 597 24575,'17'2'0,"0"0"0,0 1 0,-1 1 0,0 1 0,23 9 0,14 4 0,283 96 0,-281-96 0,-11-3 0,1-1 0,0-2 0,1-2 0,85 7 0,310-19 0,-197-26 0,-12 1 0,-223 26 0,188-13 0,269 14 0,-462 0 0,-1 0 0,1 0 0,0 1 0,-1-1 0,1 1 0,-1 0 0,1 0 0,-1 1 0,1-1 0,-1 1 0,0-1 0,1 1 0,-1 0 0,0 0 0,0 0 0,-1 1 0,1-1 0,4 5 0,-4-1 0,-1-1 0,1 1 0,-1-1 0,0 1 0,0 0 0,0 0 0,-1 0 0,0 0 0,0 0 0,0 8 0,20 193 0,7 129 0,-28-265 0,-3-1 0,-3 1 0,-19 89 0,-2-44 0,-47 121 0,57-188 0,2 1 0,2 0 0,2 0 0,3 1 0,-3 65 0,-23 352 0,32-452 0,1 10 0,-2-1 0,-1 1 0,-2-1 0,-14 46 0,17-65 0,1-1 0,-1 1 0,0-1 0,0 0 0,0 0 0,-1 0 0,1 0 0,-1-1 0,0 1 0,-1-1 0,1 0 0,-1 0 0,0-1 0,0 1 0,0-1 0,0 0 0,-1 0 0,1-1 0,-1 0 0,0 0 0,1 0 0,-1-1 0,0 1 0,0-1 0,0-1 0,-9 1 0,-31-3 0,0-3 0,1-1 0,0-2 0,0-2 0,-46-17 0,37 11 0,-877-234 0,928 249 0,-11-2 0,0-1 0,0-1 0,1 0 0,0-1 0,-18-10 0,28 13 0,-1 1 0,1-1 0,0 0 0,0 0 0,0-1 0,0 1 0,0 0 0,1-1 0,0 0 0,0 1 0,0-1 0,0 0 0,0 0 0,1 0 0,0-1 0,-1 1 0,2 0 0,-1 0 0,0-1 0,1 1 0,0 0 0,0-6 0,3-18 0,2 0 0,0 0 0,2 1 0,1-1 0,17-38 0,-21 53 0,103-245 0,-58 147 0,-4-1 0,53-215 0,-96 317 0,1-1 0,0 1 0,0 0 0,1 1 0,0-1 0,1 1 0,0-1 0,0 1 0,1 1 0,0-1 0,1 1 0,0 0 0,0 0 0,0 1 0,15-11 0,-5 4 0,-1-1 0,0-1 0,-2 0 0,0-1 0,-1-1 0,0 0 0,-2-1 0,0 0 0,-1-1 0,-1 0 0,-1 0 0,-1-1 0,7-32 0,-12 42 0,10-37 0,-12 47 0,0 1 0,1-1 0,-1 0 0,0 0 0,1 0 0,-1 0 0,1 0 0,-1 1 0,1-1 0,-1 0 0,1 0 0,0 1 0,-1-1 0,1 0 0,0 1 0,-1-1 0,1 1 0,0-1 0,0 1 0,0-1 0,0 1 0,-1 0 0,1-1 0,0 1 0,0 0 0,0-1 0,0 1 0,0 0 0,0 0 0,0 0 0,0 0 0,0 0 0,0 0 0,0 0 0,0 1 0,-1-1 0,1 0 0,0 0 0,0 1 0,2 0 0,1 1 0,-1 1 0,1 0 0,0 0 0,-1 1 0,0-1 0,1 1 0,-1 0 0,-1 0 0,1 0 0,-1 0 0,1 0 0,-1 0 0,0 1 0,1 5 0,23 80 0,-26-88 0,20 94 6,11 161-1,-19 108-180,-30 248-730,-1-421 893,-52 231-1,27-254 13,34-136-9,17-74 182,98-372 739,-21 45-1058,69-399-1267,134-592 713,-225 1134 700,-58 211 0,0-1 0,2 1 0,-1 0 0,2 0 0,15-23 0,-22 36 0,0 1 0,1-1 0,-1 1 0,0-1 0,1 1 0,-1-1 0,1 1 0,-1 0 0,1-1 0,-1 1 0,1 0 0,-1-1 0,1 1 0,-1 0 0,1 0 0,-1 0 0,1-1 0,-1 1 0,1 0 0,0 0 0,-1 0 0,1 0 0,-1 0 0,1 0 0,0 0 0,-1 0 0,1 0 0,-1 0 0,1 0 0,-1 1 0,1-1 0,0 0 0,-1 0 0,1 1 0,1 0 0,-1 1 0,1 0 0,-1 0 0,0-1 0,1 1 0,-1 0 0,0 0 0,0 0 0,0 1 0,0-1 0,0 4 0,5 20 0,-1 0 0,-1 0 0,0 36 0,-2 67-48,-22 211 0,-50 138-751,69-471 782,-429 1797-448,382-1651 1284,47-147-742,-1 0 0,0-1 0,0 1 0,-1-1 0,0 0 0,0 0 0,0 0 0,0 0 0,-6 6 0,9-11-72,0 0 1,-1 0 0,1 0-1,-1 1 1,1-1 0,0 0 0,-1 0-1,1 0 1,-1 0 0,1 0-1,0 0 1,-1 0 0,1 0 0,-1 0-1,1 0 1,0-1 0,-1 1-1,1 0 1,-1 0 0,1 0 0,0 0-1,-1-1 1,1 1 0,0 0 0,-1 0-1,1-1 1,0 1 0,-1 0-1,1 0 1,0-1 0,0 1 0,-1 0-1,1-1 1,0 1 0,0 0-1,0-1 1,-1 1 0,1-1 0,0 1-1,0-1 1,-11-40 73,1-57-70,3-147 0,6 160-8,9-1052-1346,9 768 1278,72-396 1,-76 686 464,3 1 1,47-135-1,-29 141-322,-31 68-76,1-1 0,-1 1 0,0 0 0,1-1 0,0 1 0,0 1 0,0-1 0,0 1 0,1 0-1,8-5 1,-12 7 0,1 0 0,0 0 0,0 1 0,0-1 0,0 0 0,0 1 0,0-1 0,0 1-1,0 0 1,0 0 0,0 0 0,0 0 0,0 0 0,0 0 0,0 1 0,0-1 0,0 0-1,0 1 1,0 0 0,-1-1 0,5 3 0,-2 0 18,0 0 1,0 0-1,-1 1 1,1-1-1,-1 1 1,0 0-1,0 0 1,5 7-1,6 18 198,-1-1 0,-1 2 0,-2-1-1,-1 2 1,-1-1 0,5 47 0,15 112-72,2 192 0,-29 194-166,-2-546 22,-7 47 0,-2-51 0,10-24 0,-1-1 0,1 0 0,0 1 0,-1-1 0,1 0 0,0 0 0,-1 1 0,1-1 0,0 0 0,-1 0 0,1 0 0,0 0 0,-1 1 0,1-1 0,-1 0 0,1 0 0,0 0 0,-1 0 0,1 0 0,-1 0 0,1 0 0,0 0 0,-1 0 0,1 0 0,-1 0 0,1 0 0,0 0 0,-1 0 0,1-1 0,0 1 0,-1 0 0,-2-2 0,1 0 0,0 0 0,0-1 0,0 1 0,0-1 0,0 1 0,1-1 0,-1 1 0,1-1 0,-3-5 0,-4-13 0,0-1 0,1-1 0,2 0 0,-5-36 0,-1-95 0,10 131 0,-3-52 0,3-1 0,4 1 0,15-99 0,-16 164 0,0 0 0,1 0 0,0 1 0,0-1 0,10-17 0,-13 26 0,0 0 0,1 0 0,-1 1 0,0-1 0,1 0 0,-1 1 0,1-1 0,-1 0 0,1 1 0,0-1 0,-1 0 0,1 1 0,-1-1 0,1 1 0,0-1 0,0 1 0,-1-1 0,1 1 0,0 0 0,0-1 0,-1 1 0,1 0 0,0 0 0,0-1 0,0 1 0,0 0 0,-1 0 0,1 0 0,0 0 0,0 0 0,0 0 0,0 0 0,0 0 0,-1 1 0,1-1 0,0 0 0,0 0 0,0 1 0,-1-1 0,1 1 0,0-1 0,0 0 0,-1 1 0,1-1 0,0 1 0,0 0 0,3 6 0,0-1 0,0 1 0,0 0 0,-1-1 0,0 2 0,0-1 0,-1 0 0,0 0 0,1 10 0,9 54 0,-3 0 0,-4 0 0,-2 1 0,-10 92 0,-20 116-772,-125 542-1,-105 39 660,255-854 113,-1 0 0,1 0 0,-1-1 0,0 1 0,-1-1 0,1 0 0,-1 0 0,0 0 0,-1-1 0,-9 10 0,13-14 0,0 0 0,0-1 0,0 1 0,-1-1 0,1 1 0,0-1 0,0 1 0,0-1 0,0 0 0,-1 0 0,1 0 0,0 0 0,0 0 0,-1 0 0,1 0 0,0 0 0,0 0 0,-1 0 0,1-1 0,0 1 0,0 0 0,0-1 0,-2 0 0,-1-2 0,1 1 0,-1-1 0,1 0 0,0 0 0,-1 0 0,2-1 0,-1 1 0,0-1 0,-4-7 0,-16-35 216,2 0-1,2-2 1,-17-67-1,32 102-145,-40-141 51,6-1 0,7-2 0,8-2 0,6 0 0,4-227 0,14 373-121,-2-7 0,-9 45 0,-35 95 0,-5-3 0,-71 120 0,-152 214 0,187-314 0,-16 20 0,98-150 0,-1-1 0,0 1 0,0-1 0,0 0 0,-1 0 0,0-1 0,0 0 0,-13 8 0,18-12 0,0-1 0,0 1 0,0-1 0,0 0 0,0 0 0,0 0 0,0 0 0,0 0 0,1 1 0,-1-2 0,0 1 0,0 0 0,0 0 0,0 0 0,0 0 0,0-1 0,0 1 0,0 0 0,0-1 0,0 1 0,0-1 0,1 1 0,-1-1 0,0 1 0,0-1 0,0 1 0,0-2 0,-2-1 0,1-1 0,0 0 0,0 1 0,0-1 0,0 0 0,1 0 0,-1 0 0,1 0 0,-1-9 0,-5-30 0,-1-79 0,8-137 0,53-1692-2089,-51 1910 2089,0-23 0,2 0 0,4 0 0,22-91 0,-28 147 0,1 0 0,-1 0 0,2 0 0,-1 0 0,1 1 0,1-1 0,4-6 0,-8 13 0,0 0 0,0 0 0,0 0 0,0 0 0,1 0 0,-1 0 0,0 0 0,1 0 0,-1 0 0,0 0 0,1 1 0,-1-1 0,1 1 0,-1-1 0,1 1 0,-1 0 0,1-1 0,0 1 0,-1 0 0,1 0 0,-1 0 0,1 0 0,-1 0 0,1 1 0,0-1 0,-1 0 0,1 1 0,-1-1 0,1 1 0,-1-1 0,0 1 0,1 0 0,-1 0 0,0 0 0,1 0 0,-1 0 0,0 0 0,0 0 0,0 0 0,2 2 0,4 4 0,0 1 0,0 0 0,-1 1 0,0-1 0,0 1 0,-1 1 0,-1-1 0,7 17 0,25 94 0,-32-105 0,26 119 133,22 222 1,-26 142 500,-26-315-443,-8-1 0,-61 341-1,68-514-190,0-1 0,-1 0 0,0 0 0,-1 0 0,0 0 0,0-1 0,-1 1 0,1-1 0,-9 12 0,11-18 0,-1 0 0,1 0 0,0 0 0,0 0 0,-1 0 0,1 0 0,-1 0 0,1 0 0,-1 0 0,1-1 0,-1 1 0,1-1 0,-1 1 0,0-1 0,1 0 0,-1 1 0,0-1 0,1 0 0,-4 0 0,1-1 0,0 0 0,1 0 0,-1 0 0,0-1 0,1 1 0,-1-1 0,1 0 0,0 0 0,-1 0 0,1 0 0,-5-6 0,-9-9 57,2 0 0,0-2 0,1 0 0,0 0 0,2-1 0,1-1 1,0 0-1,-9-28 0,-30-80-23,6-2 0,-41-202 0,76 287-34,-1-47 0,10 55 0,0 37 0,0 1 0,0 0 0,0 0 0,0 0 0,0-1 0,0 1 0,0 0 0,0 0 0,0 0 0,0 0 0,0-1 0,0 1 0,0 0 0,0 0 0,0 0 0,0-1 0,0 1 0,0 0 0,0 0 0,0 0 0,0 0 0,0-1 0,1 1 0,-1 0 0,0 0 0,0 0 0,0 0 0,0-1 0,0 1 0,0 0 0,1 0 0,-1 0 0,0 0 0,0 0 0,0 0 0,0 0 0,1 0 0,-1 0 0,0-1 0,0 1 0,0 0 0,1 0 0,-1 0 0,0 0 0,0 0 0,0 0 0,1 0 0,-1 0 0,0 0 0,0 0 0,0 0 0,0 0 0,1 1 0,-1-1 0,0 0 0,0 0 0,0 0 0,0 0 0,1 0 0,-1 0 0,0 0 0,4 7 0,0-1 0,-1 1 0,0 0 0,-1 0 0,1-1 0,1 9 0,26 105 0,18 139 0,-1 137 0,-33-269 0,55 428 0,-67-538 0,-1 0 0,0 0 0,-3 25 0,2-41 0,0 1 0,0 0 0,0-1 0,0 1 0,-1 0 0,1-1 0,0 1 0,-1 0 0,0-1 0,1 1 0,-1-1 0,0 1 0,0-1 0,1 1 0,-1-1 0,0 0 0,-1 1 0,1-1 0,0 0 0,0 0 0,0 0 0,-1 0 0,1 0 0,-1 0 0,1 0 0,-1 0 0,1 0 0,-1-1 0,1 1 0,-1-1 0,0 1 0,1-1 0,-3 1 0,-1-2 0,0 0 0,0 0 0,1 0 0,-1-1 0,0 1 0,0-1 0,1 0 0,-1-1 0,1 1 0,0-1 0,-8-6 0,-14-12 0,1-2 0,1-1 0,-23-30 0,-129-184 0,-157-328-515,29-31-858,162 292 865,134 287 486,-19-39 6,3-1 0,2-1 0,-25-110 0,46 160 16,0 1 0,0-1 0,1 1 0,0-1 0,3-15 0,-3 23 0,0 0 0,0-1 0,0 1 0,0 0 0,0 0 0,1 0 0,-1 0 0,1 0 0,-1 0 0,0 0 0,1 0 0,0 0 0,-1 0 0,1 0 0,0 0 0,-1 0 0,1 0 0,0 0 0,0 1 0,0-1 0,0 0 0,0 0 0,0 1 0,0-1 0,0 1 0,0-1 0,0 1 0,0 0 0,0-1 0,0 1 0,0 0 0,0-1 0,1 1 0,-1 0 0,0 0 0,0 0 0,0 0 0,0 0 0,0 1 0,1-1 0,-1 0 0,0 0 0,0 1 0,0-1 0,0 1 0,2 0 0,4 3-3,0 1-1,0 0 0,0 0 0,0 0 1,-1 1-1,0 0 0,0 0 1,0 1-1,-1-1 0,6 12 1,48 85 162,-54-93-114,30 64 354,-3 1-1,-4 1 1,-3 2 0,16 90-1,30 324-73,-55-243-325,-19-192 0,3-57 0,0 1 0,0-1 0,0 0 0,0 0 0,-1 0 0,1 1 0,0-1 0,0 0 0,0 0 0,0 0 0,0 0 0,0 0 0,0 1 0,0-1 0,-1 0 0,1 0 0,0 0 0,0 0 0,0 0 0,0 0 0,-1 0 0,1 1 0,0-1 0,0 0 0,0 0 0,0 0 0,-1 0 0,1 0 0,0 0 0,0 0 0,0 0 0,-1 0 0,1 0 0,0 0 0,0 0 0,0 0 0,0 0 0,-1 0 0,1 0 0,0 0 0,0 0 0,0-1 0,0 1 0,-1 0 0,1 0 0,0 0 0,0 0 0,0 0 0,0 0 0,-1 0 0,1-1 0,0 1 0,0 0 0,0 0 0,0 0 0,0 0 0,0 0 0,0-1 0,0 1 0,0 0 0,-1 0 0,1 0 0,0-1 0,0 1 0,0 0 0,0 0 0,0 0 0,0 0 0,0-1 0,-16-42 0,-9-61 0,5-1 0,-11-173 0,14 34-445,10-1 0,11 0-1,61-424 1,-52 592 445,3 0 0,33-93 0,-43 153 0,0 0 0,2 0 0,-1 1 0,2 0 0,11-17 0,-19 32 5,0 0 0,-1 0 0,1 0-1,0 0 1,0 0 0,-1 0 0,1 0 0,0 0 0,0 0 0,0 0-1,0 0 1,0 1 0,1-1 0,-1 0 0,0 1 0,0-1 0,0 1-1,0-1 1,1 1 0,-1-1 0,0 1 0,1 0 0,-1 0 0,0 0-1,1 0 1,-1 0 0,0 0 0,0 0 0,1 0 0,-1 0 0,0 0-1,1 1 1,-1-1 0,0 1 0,0-1 0,1 1 0,-1-1 0,0 1-1,0 0 1,0-1 0,0 1 0,0 0 0,0 0 0,0 0 0,0 0-1,0 0 1,0 1 0,5 6 98,-1 0 0,0 0-1,0 0 1,-1 1 0,-1 0 0,4 11-1,14 58 105,-4 1 1,-4 1-1,4 95 0,2 182-847,-33 478 0,-3-660 640,15-166 0,0 1 0,0-1 0,-1 0 0,0 0 0,0-1 0,-1 1 0,-9 13 0,12-20 0,0 0 0,0-1 0,-1 1 0,1 0 0,-1-1 0,0 0 0,1 1 0,-1-1 0,0 0 0,0 0 0,0 0 0,0 0 0,0 0 0,0 0 0,0-1 0,0 1 0,0-1 0,0 1 0,0-1 0,0 0 0,-1 0 0,1 0 0,0 0 0,0 0 0,0 0 0,0-1 0,0 1 0,0-1 0,-1 1 0,1-1 0,0 0 0,0 0 0,1 0 0,-1 0 0,0 0 0,-3-3 0,-6-5 0,0 0 0,1 0 0,0-2 0,0 1 0,1-1 0,1 0 0,-15-25 0,-37-69-141,-78-188-1,-23-140-409,-68-345 1484,219 711-895,10 67-38,-1-1 0,1 0 0,0 0 0,0 0 0,0 1 0,-1-1 0,1 0 0,0 0 0,0 0 0,0 1 0,0-1 0,0 0 0,1 0 0,-1 0 0,0 1 0,0-1 0,0 0 0,1 0 0,-1 1 0,0-1 0,1 0 0,-1 0 0,1 1 0,-1-1 0,0 1 0,1-1 0,0 0 0,-1 1 0,1-1 0,-1 1 0,1-1 0,0 1 0,-1-1 0,1 1 0,1-1 0,0 2 0,0 0 0,-1 0 0,1 0 0,0 0 0,0 0 0,-1 1 0,1-1 0,0 0 0,-1 1 0,1 0 0,-1-1 0,0 1 0,2 1 0,20 32 225,-1 1 1,-1 0-1,-3 2 0,24 65 1,-15-37-236,153 389 39,37 89-32,-197-498 3,2 0 0,31 47 0,-51-90 0,0 1 0,0-1 0,0 0 0,0 0 0,0 0 0,1 0 0,-1-1 0,1 1 0,0-1 0,3 3 0,-5-5 0,-1 0 0,0 0 0,1 0 0,-1 0 0,1 0 0,-1 0 0,1 0 0,-1 0 0,0-1 0,1 1 0,-1 0 0,1 0 0,-1 0 0,0-1 0,1 1 0,-1 0 0,0 0 0,1-1 0,-1 1 0,0 0 0,1-1 0,-1 1 0,0 0 0,0-1 0,0 1 0,1 0 0,-1-1 0,0 1 0,0-1 0,0 1 0,0 0 0,1-2 0,6-35 0,7-274 0,-4 42 0,-6 216 0,27-329 0,-27 350 0,1 0 0,13-45 0,-18 74 0,1 0 0,0 0 0,0 0 0,0 0 0,1 0 0,-1 0 0,1 0 0,-1 0 0,1 0 0,0 1 0,0-1 0,0 1 0,1-1 0,-1 1 0,0 0 0,1 0 0,0 0 0,-1 0 0,4-1 0,-5 2 0,1 1 0,-1 0 0,0 0 0,1 0 0,-1 0 0,0 0 0,0 0 0,1 0 0,-1 1 0,0-1 0,0 0 0,1 1 0,-1-1 0,0 1 0,0-1 0,0 1 0,0 0 0,2 0 0,0 2 0,1 0 0,-1 1 0,0-1 0,0 0 0,0 1 0,-1 0 0,3 4 0,7 14 0,-1 0 0,-1 1 0,-1 0 0,7 31 0,20 112 0,-8 10 0,-8 0 0,-7 1 0,-8 0 0,-19 193 0,12-353 0,0 29 0,-3 0 0,-2 0 0,-2 0 0,-1-1 0,-21 52 0,29-92 0,0 1 0,0-1 0,-1 1 0,0-1 0,-1 0 0,1 0 0,-1 0 0,1-1 0,-2 1 0,1-1 0,0 0 0,-1 0 0,0-1 0,-5 5 0,5-6 0,0-1 0,0 1 0,0-1 0,-1 0 0,1 0 0,0 0 0,0 0 0,-1-1 0,1 0 0,0 0 0,-1-1 0,1 0 0,0 0 0,0 0 0,0 0 0,-9-4 0,-8-3 0,1-2 0,1 0 0,-1-1 0,-24-18 0,-76-65 0,50 33 0,-87-97 0,123 119 0,3-2 0,1-2 0,2 0 0,-26-52 0,49 83 0,0-1 0,1 0 0,0 0 0,1-1 0,1 1 0,0-1 0,1 0 0,0 1 0,1-1 0,0 0 0,3-25 0,1 24 0,0 0 0,1 0 0,1 0 0,0 1 0,1 0 0,1 0 0,0 0 0,1 1 0,0 0 0,14-16 0,4-2 0,1 2 0,2 1 0,1 1 0,0 1 0,3 2 0,0 1 0,49-26 0,-29 22 0,1 3 0,1 2 0,1 2 0,79-16 0,-114 31 0,-1 1 0,1 1 0,0 1 0,1 1 0,-1 1 0,37 4 0,-46-1 0,0-1 0,0 2 0,0 0 0,-1 0 0,1 1 0,-1 0 0,0 1 0,-1 0 0,0 1 0,0 0 0,0 1 0,15 15 0,-16-13 0,0 1 0,-1 0 0,0 0 0,0 1 0,-1 0 0,-1 1 0,0-1 0,-1 1 0,0 0 0,-1 1 0,-1-1 0,0 1 0,0 0 0,-2-1 0,1 1 0,-3 27 0,3-23 0,2-15 0,13-26 0,-9 8 0,82-113 0,5 4 0,125-127 0,-210 240 0,0 1 0,1-1 0,19-12 0,-29 22 0,0 0 0,-1 0 0,1 1 0,0-1 0,0 1 0,-1-1 0,1 0 0,0 1 0,0-1 0,0 1 0,0 0 0,0-1 0,0 1 0,0 0 0,0 0 0,0-1 0,0 1 0,0 0 0,0 0 0,0 0 0,-1 0 0,1 0 0,0 0 0,0 1 0,0-1 0,0 0 0,0 0 0,0 1 0,0-1 0,0 0 0,0 1 0,0-1 0,0 1 0,-1-1 0,1 1 0,0 0 0,0-1 0,-1 1 0,1 0 0,0 0 0,-1-1 0,1 1 0,-1 0 0,1 0 0,-1 0 0,1 0 0,-1-1 0,1 1 0,-1 0 0,0 0 0,1 2 0,0 6 0,0 0 0,0 1 0,0-1 0,-2 16 0,-9 65 0,-3-1 0,-36 125 0,23-111 0,-26 119 0,-32 299 0,77-455 0,1-53 0,-1-15 0,0-10 0,1 0 0,0 0 0,1-1 0,0 0 0,1 0 0,-5-26 0,-3-4 0,-15-54 0,-89-327 0,90 310 0,-19-198 0,44 294 0,0 0 0,1-1 0,1 1 0,0 0 0,2 0 0,4-19 0,-6 34 0,0-1 0,0 0 0,0 0 0,1 1 0,-1-1 0,1 1 0,0-1 0,0 1 0,1 0 0,-1 0 0,0 0 0,1 0 0,0 0 0,0 1 0,0-1 0,0 1 0,0-1 0,0 1 0,1 0 0,-1 1 0,1-1 0,-1 0 0,1 1 0,0 0 0,-1 0 0,1 0 0,0 0 0,0 1 0,0 0 0,0-1 0,0 1 0,0 1 0,4 0 0,2 0 0,-1 1 0,0 0 0,1 1 0,-1 0 0,0 1 0,-1 0 0,1 0 0,-1 1 0,1 0 0,12 11 0,1 3 0,-1 0 0,30 37 0,-11-5 0,-3 1 0,-3 2 0,-2 1 0,-2 2 0,30 79 0,-9 8 0,35 156 0,-61-208 0,-15-65 0,-8-34 0,-11-43 0,-40-101 0,48 147 0,-1-1 0,0 1 0,0 0 0,0 0 0,-1 0 0,1 0 0,-1 0 0,0 1 0,-6-7 0,8 10 0,1 0 0,-1-1 0,0 1 0,1-1 0,-1 1 0,0 0 0,0-1 0,1 1 0,-1 0 0,0 0 0,0 0 0,1-1 0,-1 1 0,0 0 0,0 0 0,0 0 0,1 0 0,-1 0 0,0 1 0,0-1 0,-1 0 0,0 1 0,1 0 0,-1 0 0,1 0 0,0 0 0,-1 1 0,1-1 0,0 0 0,-1 0 0,1 1 0,0-1 0,0 1 0,0-1 0,-1 3 0,-1 4 0,-1 0 0,1 0 0,1 0 0,-1 0 0,1 0 0,1 0 0,-1 0 0,2 1 0,-1-1 0,1 1 0,0-1 0,3 17 0,-3-21 0,1-1 0,0 1 0,0-1 0,0 1 0,0-1 0,1 1 0,-1-1 0,1 0 0,0 0 0,0 0 0,0 0 0,0 0 0,0 0 0,1 0 0,-1-1 0,1 1 0,0-1 0,0 0 0,0 1 0,0-2 0,0 1 0,0 0 0,1 0 0,-1-1 0,1 0 0,-1 0 0,1 0 0,-1 0 0,1 0 0,-1-1 0,1 0 0,5 0 0,-4 0 0,1 0 0,-1-1 0,1 0 0,-1 0 0,0 0 0,1-1 0,-1 0 0,0 0 0,0 0 0,0 0 0,0-1 0,-1 0 0,1 0 0,-1 0 0,1-1 0,-1 1 0,0-1 0,-1 0 0,1 0 0,-1-1 0,1 1 0,2-6 0,2-5 0,-1 0 0,0 0 0,0-1 0,-2 0 0,0 0 0,4-26 0,6-50 0,3-122 0,-14-98 0,-4 260 0,0 50 0,1-60 0,-11-77 0,3 110 0,1 27 0,1 17 0,-2 27 0,-1 72 0,0-5 0,5-85-106,-16 106 345,16-117-426,0 0 0,-1 0-1,0 0 1,-1-1 0,-1 0 0,0 0-1,-9 14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5:30:48.0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969 2339 24575,'4'0'0,"-1"0"0,1-1 0,-1 1 0,1-1 0,-1 0 0,1 1 0,-1-1 0,0-1 0,1 1 0,-1 0 0,0-1 0,0 0 0,0 0 0,0 0 0,0 0 0,-1 0 0,4-3 0,-2 0 0,0 0 0,-1 0 0,1 0 0,-1-1 0,0 1 0,0-1 0,-1 0 0,4-11 0,-1-7 0,0 0 0,-2 0 0,0-45 0,-3 66 0,1-8 0,-1 0 0,-1 1 0,0-1 0,0 0 0,-1 0 0,-1 0 0,0 1 0,0-1 0,-1 1 0,0 0 0,-1 0 0,0 1 0,-1-1 0,0 1 0,0 0 0,-8-8 0,4 4 0,1 1 0,0-2 0,1 1 0,0-1 0,1 0 0,1-1 0,0 1 0,2-1 0,-1-1 0,-3-23 0,5 17 0,2-1 0,0 0 0,1 1 0,1-1 0,1 1 0,10-42 0,-2 3 0,-2 0 0,-3-1 0,-5-117 0,2-51 0,4 190 0,1 0 0,22-68 0,-3 12 0,26-139 0,-32 150 0,10-58 0,-28 129 0,-1 0 0,0 0 0,-1-1 0,-1 1 0,0 0 0,0 0 0,-7-24 0,6 34 0,0 0 0,1-1 0,-2 1 0,1 1 0,0-1 0,-1 0 0,0 0 0,0 1 0,0 0 0,0-1 0,0 1 0,-1 0 0,1 1 0,-1-1 0,0 1 0,0-1 0,0 1 0,0 0 0,0 1 0,-1-1 0,1 1 0,0 0 0,-1 0 0,-8-1 0,-10 0 0,-1 0 0,0 2 0,-39 5 0,19-2 0,34-3 0,0 1 0,0 0 0,0 0 0,0 1 0,0 0 0,-14 6 0,19-6 0,0 1 0,0 0 0,1 0 0,-1 0 0,1 1 0,-1 0 0,1 0 0,0 0 0,0 0 0,1 0 0,-1 1 0,-4 9 0,-9 15 0,3 2 0,0 0 0,2 1 0,-13 52 0,-17 140 0,5-23 0,2-42 0,-19 75 0,39-181 0,-3-1 0,-32 67 0,40-101 0,0 0 0,-2-1 0,0-1 0,-1 0 0,-1-1 0,0 0 0,-18 14 0,21-19 0,0 1 0,1 0 0,1 1 0,0 0 0,0 0 0,1 1 0,1 0 0,0 1 0,1-1 0,1 1 0,0 1 0,1-1 0,0 1 0,1-1 0,0 1 0,0 29 0,0 16 0,-2 0 0,-3 0 0,-3-1 0,-2 0 0,-3-1 0,-2-1 0,-43 92 0,58-143 0,0-1 0,0 1 0,1 0 0,0 0 0,0 0 0,1 0 0,0 0 0,0 0 0,0 1 0,0 7 0,2-12 0,-1 1 0,1-1 0,0 0 0,-1 0 0,1 1 0,0-1 0,0 0 0,0 0 0,1 0 0,-1 0 0,0 0 0,1 0 0,-1 0 0,1-1 0,0 1 0,0 0 0,0-1 0,-1 1 0,1-1 0,1 0 0,-1 0 0,0 0 0,0 0 0,0 0 0,0 0 0,1 0 0,-1-1 0,0 1 0,5-1 0,31 5 0,-1-2 0,1-1 0,0-3 0,58-7 0,-64 3 0,0-3 0,-1 0 0,0-2 0,39-18 0,7-2 0,-61 24 0,5 0 0,-1-2 0,0 0 0,-1-1 0,1-1 0,20-14 0,-36 21 0,1-1 0,-1 0 0,0 0 0,0 0 0,0-1 0,-1 1 0,1-1 0,-1 0 0,0 1 0,0-2 0,-1 1 0,0 0 0,0 0 0,0-1 0,0 1 0,-1-1 0,0 0 0,0 1 0,-1-1 0,1 0 0,-1 0 0,0 1 0,-1-1 0,-1-9 0,-6-16 0,-1 1 0,-2-1 0,0 2 0,-3-1 0,0 2 0,-34-51 0,-8-17 0,54 93 0,0 0 0,0 0 0,1 0 0,0 0 0,-1 0 0,1-1 0,0 1 0,1 0 0,-1-1 0,1 1 0,-1 0 0,1-1 0,0 1 0,0-1 0,0 1 0,1-1 0,-1 1 0,2-4 0,0 3 0,1 0 0,-1 0 0,1 0 0,0 0 0,0 0 0,0 1 0,0-1 0,1 1 0,0 0 0,-1 0 0,1 0 0,7-3 0,34-22 0,-20 13 0,48-37 0,-63 44 0,-2-1 0,1 0 0,-1-1 0,0 1 0,-1-1 0,0-1 0,-1 0 0,6-13 0,25-77 0,-29 75 0,1 1 0,1-1 0,2 2 0,24-42 0,-26 51 0,-2 2 0,1 1 0,0 0 0,1 1 0,11-11 0,-16 18 0,0 1 0,1-1 0,-1 1 0,0 0 0,1 0 0,0 1 0,0 0 0,0 0 0,0 0 0,0 1 0,0 0 0,11-1 0,-5 1 0,-4 1 0,0-1 0,0 0 0,0 0 0,-1-1 0,1 0 0,8-3 0,-14 4 0,0 0 0,0 0 0,-1 0 0,1 0 0,0-1 0,-1 1 0,1 0 0,-1-1 0,1 1 0,-1-1 0,0 1 0,0-1 0,0 0 0,1 0 0,-2 0 0,1 1 0,0-1 0,0 0 0,-1 0 0,1 0 0,-1 0 0,1 0 0,-1 0 0,0 0 0,0-1 0,0 1 0,0 0 0,0 0 0,-1-3 0,-15-34 0,0-2 0,16 40 0,0 0 0,0-1 0,0 1 0,0-1 0,0 1 0,0 0 0,0-1 0,1 1 0,-1 0 0,0-1 0,1 1 0,-1 0 0,1-1 0,0 1 0,-1 0 0,1 0 0,0 0 0,0 0 0,0-1 0,0 1 0,0 0 0,0 1 0,0-1 0,0 0 0,0 0 0,0 0 0,2 0 0,8-5 0,-1 2 0,1-1 0,0 2 0,1-1 0,-1 2 0,1-1 0,-1 2 0,15-2 0,103 3 0,-95 0 0,944 5 0,-645-6 0,-307 0 0,0-2 0,48-11 0,-46 8 0,-1 1 0,40-3 0,-25 10 0,1 1 0,56 11 0,29 3 0,-127-17 0,0 0 0,1 0 0,-1 0 0,0 0 0,0 0 0,1 0 0,-1 0 0,0 0 0,0 0 0,0 1 0,1-1 0,-1 0 0,0 1 0,0-1 0,0 1 0,0-1 0,0 1 0,0 0 0,0-1 0,2 3 0,-4-2 0,-1 1 0,1-1 0,-1 1 0,1-1 0,-1 0 0,0 0 0,1 0 0,-1 0 0,0 0 0,0 0 0,0 0 0,1-1 0,-1 1 0,-2 0 0,-440 141 0,341-116 0,-2-5 0,0-5 0,-119 4 0,-323-17 0,257-7 0,-241 4 0,2551 0 0,-1956 3 0,-1 3 0,87 20 0,43 5 0,-162-29 0,0-1 0,-1-1 0,1-1 0,46-9 0,14-2 0,0 3 0,140 6 0,-196 3 0,-1-1 0,-1-2 0,44-10 0,-40 6 0,58-4 0,-76 11 0,-10 0 0,1 0 0,0-1 0,-1 1 0,1-2 0,-1 0 0,10-3 0,-16 4 0,0 0 0,0-1 0,-1 1 0,1-1 0,0 0 0,-1 0 0,0 0 0,1 0 0,-1 0 0,0-1 0,0 1 0,0 0 0,0-1 0,-1 0 0,1 1 0,-1-1 0,1 0 0,-1 0 0,0 0 0,0 0 0,0 0 0,-1 0 0,1-3 0,3-29 0,-2 0 0,-1 0 0,-5-54 0,0 7 0,2 63 0,0 0 0,-7-27 0,0 0 0,9 45 0,0 0 0,-1 0 0,1-1 0,0 1 0,-1 0 0,1-1 0,0 1 0,0 0 0,0-1 0,0 1 0,1 0 0,-1-1 0,0 1 0,0 0 0,1 0 0,-1-1 0,1 1 0,-1 0 0,1 0 0,-1 0 0,1-1 0,0 1 0,0 0 0,-1 0 0,1 0 0,0 0 0,0 0 0,0 1 0,0-1 0,0 0 0,0 0 0,1 1 0,-1-1 0,0 0 0,0 1 0,0-1 0,2 1 0,-1 0 0,0 0 0,0 0 0,0 0 0,0 0 0,1 1 0,-1-1 0,0 1 0,0 0 0,0-1 0,-1 1 0,1 0 0,0 0 0,0 0 0,0 0 0,-1 1 0,1-1 0,0 0 0,-1 1 0,1-1 0,-1 1 0,0-1 0,0 1 0,2 2 0,-1-1 0,1 0 0,-1 1 0,0-1 0,0 1 0,0-1 0,-1 1 0,1 0 0,-1 0 0,0 0 0,0 0 0,-1 0 0,1 0 0,-1 0 0,1 0 0,-1 0 0,0 0 0,-1 0 0,1 0 0,-1 0 0,0 0 0,0 0 0,0-1 0,0 1 0,-1 0 0,0 0 0,1-1 0,-1 1 0,-4 5 0,0-4 0,1 1 0,-1-1 0,0 0 0,0-1 0,0 1 0,-1-1 0,1 0 0,-1-1 0,0 1 0,0-2 0,0 1 0,-1-1 0,1 0 0,-12 2 0,-34 1 0,0-2 0,-92-6 0,36 0 0,-656 3-1365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4T15:31:04.2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5:57:04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05:46.694"/>
    </inkml:context>
    <inkml:brush xml:id="br0">
      <inkml:brushProperty name="width" value="0.035" units="cm"/>
      <inkml:brushProperty name="height" value="0.035" units="cm"/>
      <inkml:brushProperty name="color" value="#F8DA2A"/>
    </inkml:brush>
  </inkml:definitions>
  <inkml:trace contextRef="#ctx0" brushRef="#br0">5 0 24575,'-2'51'0,"0"-36"0,2 1 0,-1-1 0,2 0 0,0 1 0,0-1 0,2 1 0,7 26 0,-8-38 0,0-1 0,1 1 0,-1 0 0,1-1 0,-1 1 0,1-1 0,0 0 0,0 0 0,1 0 0,-1 0 0,1-1 0,-1 1 0,1-1 0,0 0 0,0 0 0,0 0 0,6 1 0,8 2 0,0 0 0,35 3 0,-15-3 0,-17 0 0,-11-3 0,-1 1 0,0-2 0,1 1 0,0-1 0,-1-1 0,1 0 0,9-1 0,-18 1 0,-1 0 0,0 0 0,1-1 0,-1 1 0,0 0 0,1 0 0,-1 0 0,0-1 0,1 1 0,-1 0 0,0 0 0,1-1 0,-1 1 0,0 0 0,0-1 0,1 1 0,-1 0 0,0-1 0,0 1 0,0 0 0,0-1 0,1 1 0,-1-1 0,0 1 0,0 0 0,0-1 0,0 1 0,0-1 0,0 1 0,0 0 0,0-1 0,0 1 0,0-1 0,0 1 0,0 0 0,0-1 0,-1 1 0,1 0 0,0-1 0,0 1 0,0-1 0,0 1 0,-1 0 0,1-1 0,0 1 0,0 0 0,-1 0 0,1-1 0,0 1 0,-1 0 0,1-1 0,0 1 0,-1 0 0,1 0 0,-1-1 0,-18-15 0,8 9-76,0 1 1,0 0-1,0 1 0,-1 1 0,1 0 0,-1 0 0,0 1 0,0 1 1,-1 0-1,1 0 0,0 1 0,-1 1 0,1 0 0,0 1 1,-1 0-1,1 1 0,-14 3 0,9 2-6750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05:58.629"/>
    </inkml:context>
    <inkml:brush xml:id="br0">
      <inkml:brushProperty name="width" value="0.1" units="cm"/>
      <inkml:brushProperty name="height" value="0.1" units="cm"/>
      <inkml:brushProperty name="color" value="#F8DA2A"/>
    </inkml:brush>
  </inkml:definitions>
  <inkml:trace contextRef="#ctx0" brushRef="#br0">662 60 24575,'-10'2'0,"1"0"0,-1 0 0,1 1 0,0 0 0,0 0 0,0 1 0,0 0 0,-15 11 0,-14 5 0,12-9 0,1 1 0,-38 25 0,56-28 0,17-9 0,24-7 0,-31 6 0,201-69 0,-183 62 0,-19 7 0,-1 1 0,1-1 0,0 1 0,0-1 0,-1 0 0,1 0 0,-1 0 0,1 1 0,-1-2 0,1 1 0,-1 0 0,1 0 0,-1 0 0,0-1 0,0 1 0,0 0 0,0-1 0,0 1 0,0-1 0,0 1 0,0-1 0,0 0 0,-1 1 0,1-1 0,-1 0 0,1 0 0,-1-3 0,0 3 0,-1 0 0,0-1 0,1 1 0,-1 0 0,-1 0 0,1 0 0,0 0 0,0 0 0,-1 0 0,1 0 0,-1 0 0,0 1 0,1-1 0,-1 0 0,0 1 0,0 0 0,0-1 0,0 1 0,0 0 0,0 0 0,-4-1 0,-6-3 0,0 1 0,-1 0 0,1 1 0,-1 0 0,0 1 0,-25-1 0,-85 7 0,43-1 0,34-4 0,-48 2 0,87 0 0,1 0 0,-1 0 0,1 0 0,-1 1 0,1 0 0,0 1 0,-1-1 0,1 1 0,1 0 0,-1 1 0,-7 5 0,9-4 0,1-1 0,0 1 0,0 0 0,0 0 0,0 0 0,1 1 0,0-1 0,0 0 0,1 1 0,0-1 0,-1 1 0,2 0 0,-1 9 0,-2 4 0,-27 130 0,29-146 0,0 0 0,1 0 0,-1 0 0,1 1 0,0-1 0,0 0 0,0 0 0,0 0 0,1 0 0,-1 0 0,1 0 0,0 0 0,-1 0 0,2 0 0,-1 0 0,0 0 0,0-1 0,1 1 0,0 0 0,3 3 0,-2-3 0,0 0 0,1-1 0,-1 0 0,1 0 0,-1 0 0,1 0 0,0 0 0,0-1 0,0 1 0,0-1 0,0 0 0,0-1 0,6 2 0,11-2 0,-1 0 0,1-1 0,0-1 0,38-9 0,12 3 0,-54 7 0,0-1 0,0 0 0,21-7 0,-37 9 0,-1 0 0,1 0 0,0 0 0,-1 0 0,1-1 0,0 1 0,0 0 0,-1-1 0,1 1 0,-1 0 0,1-1 0,0 1 0,-1-1 0,1 1 0,-1 0 0,1-1 0,-1 0 0,1 1 0,-1-1 0,1 1 0,-1-1 0,0 0 0,1 1 0,-1-1 0,0 1 0,0-1 0,1 0 0,-1 0 0,0 1 0,0-1 0,0 0 0,0 1 0,0-1 0,0 0 0,0 0 0,0 1 0,0-1 0,0 0 0,0 1 0,0-1 0,-1 0 0,1 0 0,0 1 0,0-1 0,-1 1 0,1-1 0,-1 0 0,1 1 0,0-1 0,-1 1 0,1-1 0,-1 1 0,1-1 0,-1 1 0,0-1 0,1 1 0,-1-1 0,1 1 0,-2-1 0,-42-30 0,38 28 0,-10-8 0,-1 1 0,-1 1 0,0 1 0,0 1 0,-24-7 0,35 12 0,-1 0 0,0 0 0,0 1 0,0 0 0,0 1 0,-1 0 0,1 0 0,0 1 0,0 0 0,0 0 0,0 1 0,0 0 0,1 0 0,-1 1 0,-11 5 0,18-7 0,0-1 0,-1 1 0,1 0 0,0 0 0,0 0 0,0 0 0,0 0 0,0 0 0,0 0 0,0 1 0,0-1 0,0 0 0,0 1 0,1-1 0,-1 0 0,1 1 0,-1-1 0,1 1 0,-1-1 0,1 1 0,0-1 0,-1 1 0,1-1 0,0 3 0,1 1 0,-1-1 0,1 1 0,0-1 0,1 0 0,-1 1 0,1-1 0,-1 0 0,5 6 0,3 5 0,0 0 0,1-1 0,20 21 0,-26-32 0,-1 1 0,1-1 0,0 0 0,0 0 0,0 0 0,0 0 0,1-1 0,-1 0 0,1 0 0,-1 0 0,1 0 0,0-1 0,0 1 0,0-1 0,0-1 0,0 1 0,0-1 0,0 1 0,0-1 0,0-1 0,0 1 0,-1-1 0,1 0 0,0 0 0,0 0 0,0-1 0,0 0 0,-1 0 0,1 0 0,-1 0 0,9-6 0,-12 7 0,1 0 0,-1-1 0,1 1 0,-1 0 0,0 0 0,1-1 0,-1 1 0,0-1 0,0 1 0,0-1 0,0 1 0,0-1 0,0 0 0,-1 1 0,1-1 0,0 0 0,-1 0 0,0 0 0,1 1 0,-1-1 0,0 0 0,0 0 0,0 0 0,0 0 0,0 0 0,0 0 0,-1 1 0,1-1 0,0 0 0,-1 0 0,0 0 0,1 1 0,-1-1 0,0 0 0,0 1 0,0-1 0,-2-2 0,-5-7 0,-1 0 0,0 1 0,0 0 0,-14-11 0,8 8 0,6 5 0,-1-1 0,0 2 0,0-1 0,-1 1 0,1 1 0,-2 0 0,1 1 0,-1 0 0,-23-7 0,30 11 0,0 0 0,1 0 0,-1 0 0,0 1 0,1 0 0,-1 0 0,0 0 0,0 0 0,1 1 0,-1 0 0,0 0 0,1 0 0,-1 0 0,1 1 0,-1 0 0,1 0 0,0 0 0,-1 0 0,1 1 0,1-1 0,-1 1 0,0 0 0,1 0 0,-1 1 0,1-1 0,0 1 0,0 0 0,0 0 0,-3 5 0,3-3 0,0-1 0,0 1 0,1-1 0,-1 1 0,1 0 0,0 0 0,1 0 0,0 0 0,0 0 0,0 0 0,0 0 0,1 0 0,0 1 0,0-1 0,1 0 0,0 0 0,0 0 0,1 0 0,-1 0 0,1 0 0,0 0 0,1 0 0,-1-1 0,1 1 0,0-1 0,1 0 0,-1 0 0,1 0 0,0 0 0,1-1 0,-1 1 0,1-1 0,-1 0 0,1 0 0,0-1 0,1 0 0,-1 0 0,1 0 0,-1 0 0,10 2 0,-2 0 0,1-1 0,0 0 0,0-1 0,1-1 0,-1 0 0,0-1 0,25-1 0,-35-1 0,1 1 0,0-1 0,0 0 0,-1-1 0,1 1 0,-1-1 0,1 0 0,-1 0 0,0-1 0,1 1 0,-1-1 0,-1 0 0,1 0 0,0 0 0,-1 0 0,1-1 0,-1 1 0,0-1 0,0 0 0,-1 0 0,1 0 0,-1-1 0,0 1 0,0 0 0,0-1 0,1-6 0,19-48 0,2 0 0,60-102 0,-81 156 0,0 1 0,-1-1 0,0 0 0,0 0 0,0 0 0,0-1 0,-1 1 0,0 0 0,0-1 0,0 1 0,-1-1 0,0-5 0,0 9 0,-1 0 0,1 0 0,-1 0 0,0 0 0,0 0 0,0 0 0,0 0 0,0 1 0,0-1 0,0 0 0,-1 1 0,1-1 0,-1 1 0,1-1 0,-1 1 0,1 0 0,-1 0 0,0-1 0,0 1 0,0 1 0,1-1 0,-1 0 0,0 0 0,0 1 0,0-1 0,0 1 0,0-1 0,-1 1 0,1 0 0,0 0 0,0 0 0,0 0 0,0 0 0,-3 1 0,-4 0 0,-1 0 0,1 1 0,0 0 0,0 0 0,0 1 0,1 0 0,-1 1 0,-14 8 0,-1 2 0,-37 28 0,60-41 0,0 0 0,0 0 0,0 0 0,0-1 0,0 1 0,0 0 0,1 0 0,-1 0 0,0 1 0,0-1 0,1 0 0,-1 0 0,0 0 0,1 0 0,-1 1 0,1-1 0,0 0 0,-1 0 0,1 1 0,0-1 0,0 0 0,0 1 0,0-1 0,0 0 0,0 1 0,0-1 0,0 0 0,1 1 0,-1-1 0,0 0 0,1 0 0,-1 1 0,1-1 0,0 0 0,-1 0 0,1 0 0,0 0 0,0 0 0,-1 0 0,1 0 0,0 0 0,0 0 0,0 0 0,0 0 0,0 0 0,2 0 0,9 8 0,-1-1 0,1 0 0,22 9 0,-19-9 0,1 1 0,-9-4 0,1-1 0,0 1 0,1-1 0,-1-1 0,1 1 0,0-2 0,-1 1 0,17 2 0,-70-37-1365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06:06.653"/>
    </inkml:context>
    <inkml:brush xml:id="br0">
      <inkml:brushProperty name="width" value="0.35" units="cm"/>
      <inkml:brushProperty name="height" value="0.35" units="cm"/>
      <inkml:brushProperty name="color" value="#F8DA2A"/>
    </inkml:brush>
  </inkml:definitions>
  <inkml:trace contextRef="#ctx0" brushRef="#br0">0 0 24530,'1508'53'0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06:09.188"/>
    </inkml:context>
    <inkml:brush xml:id="br0">
      <inkml:brushProperty name="width" value="0.35" units="cm"/>
      <inkml:brushProperty name="height" value="0.35" units="cm"/>
      <inkml:brushProperty name="color" value="#F8DA2A"/>
    </inkml:brush>
  </inkml:definitions>
  <inkml:trace contextRef="#ctx0" brushRef="#br0">0 0 24489,'1323'53'0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06:11.922"/>
    </inkml:context>
    <inkml:brush xml:id="br0">
      <inkml:brushProperty name="width" value="0.35" units="cm"/>
      <inkml:brushProperty name="height" value="0.35" units="cm"/>
      <inkml:brushProperty name="color" value="#F8DA2A"/>
    </inkml:brush>
  </inkml:definitions>
  <inkml:trace contextRef="#ctx0" brushRef="#br0">1 59 24575,'9'-6'0,"0"0"0,1 0 0,-1 1 0,1 0 0,1 1 0,-1 0 0,0 0 0,20-3 0,15 1 0,-1 2 0,1 2 0,63 6 0,-7-2 0,-85 0 0,-1 0 0,0 0 0,0 1 0,0 1 0,24 10 0,-20-8 0,0 0 0,36 6 0,26 2 0,-50-8 0,-1-1 0,42 1 0,-46-6-1365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06:15.776"/>
    </inkml:context>
    <inkml:brush xml:id="br0">
      <inkml:brushProperty name="width" value="0.35" units="cm"/>
      <inkml:brushProperty name="height" value="0.35" units="cm"/>
      <inkml:brushProperty name="color" value="#F8DA2A"/>
    </inkml:brush>
  </inkml:definitions>
  <inkml:trace contextRef="#ctx0" brushRef="#br0">0 0 23892,'926'0'0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08:06.497"/>
    </inkml:context>
    <inkml:brush xml:id="br0">
      <inkml:brushProperty name="width" value="0.35" units="cm"/>
      <inkml:brushProperty name="height" value="0.35" units="cm"/>
      <inkml:brushProperty name="color" value="#56CE7D"/>
    </inkml:brush>
  </inkml:definitions>
  <inkml:trace contextRef="#ctx0" brushRef="#br0">1 0 24575,'0'5'0,"0"5"0,0 6 0,0 5 0,0 3 0,0 2 0,0 2 0,0-1 0,0 6 0,0 0 0,0 0 0,0-2 0,0-1 0,0-1 0,0-2 0,0 0 0,0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10:28.152"/>
    </inkml:context>
    <inkml:brush xml:id="br0">
      <inkml:brushProperty name="width" value="0.35" units="cm"/>
      <inkml:brushProperty name="height" value="0.35" units="cm"/>
      <inkml:brushProperty name="color" value="#7AA4B9"/>
    </inkml:brush>
  </inkml:definitions>
  <inkml:trace contextRef="#ctx0" brushRef="#br0">661 642 24572,'-659'-285'0,"1282"-72"0,-1246 714 0,2979-490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10:31.749"/>
    </inkml:context>
    <inkml:brush xml:id="br0">
      <inkml:brushProperty name="width" value="0.35" units="cm"/>
      <inkml:brushProperty name="height" value="0.35" units="cm"/>
      <inkml:brushProperty name="color" value="#7AA4B9"/>
    </inkml:brush>
  </inkml:definitions>
  <inkml:trace contextRef="#ctx0" brushRef="#br0">1 160 24575,'155'-2'0,"168"5"0,-235 9 0,-55-6 0,58 2 0,-47-6 0,-28 0 0,-1-1 0,0-1 0,1 0 0,-1-1 0,1-1 0,26-6 0,-38 6 0,-1-1 0,0 1 0,-1-1 0,1 1 0,0-1 0,-1 0 0,1 0 0,-1 0 0,0 0 0,0-1 0,0 1 0,0-1 0,-1 1 0,0-1 0,1 0 0,-1 1 0,-1-1 0,1 0 0,0 0 0,-1 0 0,0 1 0,0-1 0,-1-8 0,2 8 0,-1 0 0,0 0 0,-1-1 0,1 1 0,-1 0 0,1 0 0,-1 0 0,-1-1 0,1 1 0,0 0 0,-1 0 0,0 1 0,0-1 0,0 0 0,-1 1 0,1-1 0,-1 1 0,0 0 0,0 0 0,0 0 0,-5-4 0,4 5 8,-1 1 0,1 0 0,-1 0 0,1 1 0,-1-1 0,1 1 0,-1 0 0,1 0 0,-1 0 0,0 1 0,1 0 0,-1-1 0,-7 4-1,-57 24-1222,65-26 954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12:51.008"/>
    </inkml:context>
    <inkml:brush xml:id="br0">
      <inkml:brushProperty name="width" value="0.35" units="cm"/>
      <inkml:brushProperty name="height" value="0.35" units="cm"/>
      <inkml:brushProperty name="color" value="#CAE1EB"/>
    </inkml:brush>
  </inkml:definitions>
  <inkml:trace contextRef="#ctx0" brushRef="#br0">706 59 24575,'0'-1'0,"1"0"0,0-1 0,-1 1 0,1 0 0,0 0 0,0 0 0,0-1 0,0 1 0,0 0 0,0 0 0,0 0 0,0 0 0,0 0 0,0 1 0,0-1 0,1 0 0,-1 1 0,0-1 0,1 0 0,-1 1 0,3-1 0,38-12 0,-33 11 0,29-6 0,1 2 0,-1 1 0,1 2 0,1 2 0,47 5 0,7-2 0,-62 1 0,0 1 0,-1 1 0,1 2 0,39 14 0,-4-2 0,28 9 0,-63-17 0,0-1 0,1-2 0,0-1 0,59 4 0,-56-9 0,1 3 0,63 14 0,-63-10 0,0-2 0,61 4 0,294-13 0,-390 2 0,0 0 0,0 0 0,0 0 0,-1 0 0,1 0 0,0 0 0,0 1 0,0-1 0,-1 0 0,1 1 0,0-1 0,-1 1 0,4 1 0,-5-1 0,0-1 0,0 1 0,0-1 0,0 1 0,0-1 0,0 0 0,0 1 0,0-1 0,-1 1 0,1-1 0,0 1 0,0-1 0,0 1 0,-1-1 0,1 0 0,0 1 0,0-1 0,-1 0 0,1 1 0,0-1 0,-1 0 0,1 1 0,0-1 0,-1 0 0,1 1 0,0-1 0,-1 0 0,1 0 0,-1 0 0,1 1 0,-1-1 0,-53 26 0,44-22 0,-70 34 0,36-17 0,-82 29 0,110-44 0,1 0 0,0 1 0,-17 11 0,21-11 0,-1-1 0,1 0 0,-1-1 0,-1 0 0,1-1 0,-20 5 0,6-7 0,-1-1 0,0-1 0,1-1 0,-1-2 0,-28-6 0,-66-4 0,2-1 0,82 8 0,-55-2 0,67 7 0,0-2 0,1-1 0,-47-14 0,46 11 0,-1 0 0,1 2 0,-44-3 0,-537 9 0,597 0 0,1-1 0,-1 1 0,1 1 0,0-1 0,0 1 0,-1 1 0,1 0 0,1 0 0,-1 0 0,-13 8 0,1 4 0,-1 0 0,-22 22 0,28-23 0,-1 0 0,0-1 0,-1-1 0,-26 14 0,25-15 0,0 0 0,1 1 0,1 1 0,-18 18 0,-25 18 0,42-37 0,6-6 0,1 1 0,0 1 0,1 0 0,-12 12 0,20-19 0,-1 0 0,1 0 0,0 1 0,0-1 0,0 0 0,0 1 0,0-1 0,0 1 0,1-1 0,-1 1 0,0 0 0,1-1 0,0 1 0,-1 0 0,1-1 0,0 1 0,0 0 0,-1 0 0,1-1 0,1 1 0,-1 0 0,0-1 0,0 1 0,1 0 0,-1 0 0,1-1 0,-1 1 0,1-1 0,0 1 0,-1-1 0,1 1 0,0-1 0,0 1 0,0-1 0,0 1 0,1-1 0,1 2 0,4 5 0,1-1 0,1 1 0,-1-1 0,1-1 0,1 0 0,-1 0 0,1-1 0,0 0 0,0 0 0,0-1 0,1-1 0,0 0 0,-1 0 0,1-1 0,0 0 0,22 0 0,-22-2 0,0-1 0,0 0 0,0 0 0,0-1 0,-1 0 0,1-1 0,17-7 0,-6-1 0,0-1 0,27-19 0,-39 24 0,-5 3 0,-1 1 0,0 1 0,1-1 0,-1 0 0,1 1 0,0 0 0,7-2 0,-10 4 0,0 0 0,0 0 0,0 0 0,-1 0 0,1 0 0,0 1 0,0-1 0,0 1 0,0-1 0,0 1 0,-1 0 0,1-1 0,0 1 0,0 0 0,-1 0 0,1 0 0,-1 1 0,1-1 0,-1 0 0,1 1 0,-1-1 0,0 0 0,2 4 0,4 3 0,1 0 0,-1 0 0,1 0 0,1-1 0,0 0 0,0-1 0,0 0 0,11 5 0,-16-9 0,0 0 0,0-1 0,0 1 0,1-1 0,-1 0 0,1 0 0,-1-1 0,1 1 0,-1-1 0,1 0 0,-1 0 0,1 0 0,-1-1 0,1 0 0,-1 0 0,1 0 0,-1 0 0,0 0 0,0-1 0,1 0 0,-1 0 0,4-3 0,1 0 0,-1 0 0,1 1 0,0 0 0,0 0 0,0 1 0,1 1 0,-1-1 0,1 1 0,0 1 0,-1 0 0,12 0 0,11 2 0,0 2 0,35 6 0,-32-3 0,44 1 0,-57-6 0,21 0 0,1-1 0,0-2 0,77-14 0,-76 8 0,1 3 0,0 2 0,0 2 0,50 5 0,11-2 0,-84-1 0,-1 0 0,0 1 0,0 1 0,0 2 0,0 0 0,33 12 0,-24-8 0,0-1 0,0-2 0,39 3 0,-33-5 0,65 16 0,-62-12 0,2-1 0,-1-3 0,0-1 0,1-2 0,49-5 0,12 1 0,28 6 0,145-6 0,-261 0 0,-1 0 0,1 0 0,-1-1 0,0-1 0,0-1 0,0 0 0,-1 0 0,25-17 0,13-6 0,-29 18 0,-16 9 0,1-1 0,-1 0 0,0 0 0,0-1 0,-1 0 0,1 0 0,7-7 0,-12 9 0,1 0 0,-1 0 0,0 0 0,0-1 0,0 1 0,0 0 0,0-1 0,0 1 0,-1 0 0,1-1 0,-1 1 0,0-1 0,0 1 0,0-1 0,0 1 0,0-1 0,0 1 0,0-1 0,-1 1 0,0-1 0,1 1 0,-1-1 0,0 1 0,0 0 0,-2-4 0,-2-2 0,0-1 0,0 1 0,-1 1 0,0-1 0,0 1 0,-1 0 0,0 0 0,0 1 0,-1 0 0,0 0 0,-9-4 0,12 6 0,-1 0 0,0 1 0,0 0 0,-1 0 0,1 1 0,0-1 0,-1 1 0,0 1 0,1-1 0,-1 1 0,0 0 0,0 1 0,0 0 0,0 0 0,0 0 0,-6 2 0,11-2 0,0 1 0,1-1 0,-1 1 0,1-1 0,-1 1 0,1 0 0,-1-1 0,1 1 0,-1 0 0,1 0 0,0 0 0,0 0 0,-1 1 0,1-1 0,0 0 0,0 0 0,0 1 0,0-1 0,0 0 0,1 1 0,-1-1 0,0 1 0,0 2 0,0-1 0,1 0 0,0 0 0,0 0 0,0 0 0,0 0 0,1 0 0,-1 0 0,1 0 0,0 0 0,0 0 0,0 0 0,1 3 0,4 6 0,1-1 0,0 0 0,0 0 0,1 0 0,9 9 0,5 5 0,-1 0 0,-1 2 0,-1 0 0,18 37 0,-34-58 0,2 1 0,-1 0 0,1-1 0,-1 0 0,2 0 0,-1-1 0,1 1 0,0-1 0,0-1 0,12 8 0,-17-11 0,1 0 0,0 0 0,0 0 0,0 0 0,0 0 0,0-1 0,0 1 0,1-1 0,-1 0 0,0 0 0,0 0 0,0 0 0,0 0 0,0 0 0,0 0 0,0 0 0,4-2 0,-4 1 0,0 0 0,0-1 0,0 1 0,0-1 0,0 1 0,0-1 0,-1 0 0,1 0 0,0 0 0,-1 0 0,0 0 0,1 0 0,-1 0 0,0 0 0,0 0 0,0-1 0,0 1 0,0-5 0,10-39 0,-3-1 0,5-81 0,-13 125 0,0 0 0,1 0 0,-1 0 0,0 0 0,0 0 0,-1 0 0,1 0 0,-1 0 0,1 0 0,-1 0 0,0 0 0,0 1 0,-1-1 0,1 0 0,0 0 0,-1 1 0,-2-4 0,2 5 0,0-1 0,0 1 0,0 0 0,0 0 0,0 1 0,0-1 0,0 0 0,0 1 0,0-1 0,-1 1 0,1 0 0,0 0 0,0-1 0,0 1 0,-1 1 0,1-1 0,0 0 0,0 1 0,0-1 0,0 1 0,-1-1 0,1 1 0,0 0 0,-3 2 0,-59 24 0,43-16 0,-1-1 0,-1-2 0,1 0 0,-1-1 0,-1-1 0,-40 4 0,22-7 0,0-2 0,0-1 0,1-3 0,-1-1 0,0-2 0,-62-18 0,56 7 0,-1 2 0,-1 2 0,0 3 0,-1 1 0,-99-3 0,-86 13-1365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14:13.645"/>
    </inkml:context>
    <inkml:brush xml:id="br0">
      <inkml:brushProperty name="width" value="0.35" units="cm"/>
      <inkml:brushProperty name="height" value="0.35" units="cm"/>
      <inkml:brushProperty name="color" value="#D31A1A"/>
    </inkml:brush>
  </inkml:definitions>
  <inkml:trace contextRef="#ctx0" brushRef="#br0">0 414 24591,'2197'-132'0,"-2858"-150"0,1322 564 0,-1283 78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6T16:14:20.368"/>
    </inkml:context>
    <inkml:brush xml:id="br0">
      <inkml:brushProperty name="width" value="0.35" units="cm"/>
      <inkml:brushProperty name="height" value="0.35" units="cm"/>
      <inkml:brushProperty name="color" value="#D31A1A"/>
    </inkml:brush>
  </inkml:definitions>
  <inkml:trace contextRef="#ctx0" brushRef="#br0">1 0 24575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2311" y="6050014"/>
            <a:ext cx="25979517" cy="4174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84621" y="11036089"/>
            <a:ext cx="21394897" cy="49770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98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5967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895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1934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491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790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9088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03868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4356" y="12514781"/>
            <a:ext cx="25979517" cy="3868041"/>
          </a:xfrm>
        </p:spPr>
        <p:txBody>
          <a:bodyPr anchor="t"/>
          <a:lstStyle>
            <a:lvl1pPr algn="l">
              <a:defRPr sz="1135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4356" y="8254528"/>
            <a:ext cx="25979517" cy="4260253"/>
          </a:xfrm>
        </p:spPr>
        <p:txBody>
          <a:bodyPr anchor="b"/>
          <a:lstStyle>
            <a:lvl1pPr marL="0" indent="0">
              <a:buNone/>
              <a:defRPr sz="5680">
                <a:solidFill>
                  <a:schemeClr val="tx1">
                    <a:tint val="75000"/>
                  </a:schemeClr>
                </a:solidFill>
              </a:defRPr>
            </a:lvl1pPr>
            <a:lvl2pPr marL="1298357" indent="0">
              <a:buNone/>
              <a:defRPr sz="5112">
                <a:solidFill>
                  <a:schemeClr val="tx1">
                    <a:tint val="75000"/>
                  </a:schemeClr>
                </a:solidFill>
              </a:defRPr>
            </a:lvl2pPr>
            <a:lvl3pPr marL="2596713" indent="0">
              <a:buNone/>
              <a:defRPr sz="4544">
                <a:solidFill>
                  <a:schemeClr val="tx1">
                    <a:tint val="75000"/>
                  </a:schemeClr>
                </a:solidFill>
              </a:defRPr>
            </a:lvl3pPr>
            <a:lvl4pPr marL="3895070" indent="0">
              <a:buNone/>
              <a:defRPr sz="3976">
                <a:solidFill>
                  <a:schemeClr val="tx1">
                    <a:tint val="75000"/>
                  </a:schemeClr>
                </a:solidFill>
              </a:defRPr>
            </a:lvl4pPr>
            <a:lvl5pPr marL="5193426" indent="0">
              <a:buNone/>
              <a:defRPr sz="3976">
                <a:solidFill>
                  <a:schemeClr val="tx1">
                    <a:tint val="75000"/>
                  </a:schemeClr>
                </a:solidFill>
              </a:defRPr>
            </a:lvl5pPr>
            <a:lvl6pPr marL="6491783" indent="0">
              <a:buNone/>
              <a:defRPr sz="3976">
                <a:solidFill>
                  <a:schemeClr val="tx1">
                    <a:tint val="75000"/>
                  </a:schemeClr>
                </a:solidFill>
              </a:defRPr>
            </a:lvl6pPr>
            <a:lvl7pPr marL="7790139" indent="0">
              <a:buNone/>
              <a:defRPr sz="3976">
                <a:solidFill>
                  <a:schemeClr val="tx1">
                    <a:tint val="75000"/>
                  </a:schemeClr>
                </a:solidFill>
              </a:defRPr>
            </a:lvl7pPr>
            <a:lvl8pPr marL="9088496" indent="0">
              <a:buNone/>
              <a:defRPr sz="3976">
                <a:solidFill>
                  <a:schemeClr val="tx1">
                    <a:tint val="75000"/>
                  </a:schemeClr>
                </a:solidFill>
              </a:defRPr>
            </a:lvl8pPr>
            <a:lvl9pPr marL="10386852" indent="0">
              <a:buNone/>
              <a:defRPr sz="39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8207" y="4544273"/>
            <a:ext cx="13499161" cy="12852897"/>
          </a:xfrm>
        </p:spPr>
        <p:txBody>
          <a:bodyPr/>
          <a:lstStyle>
            <a:lvl1pPr>
              <a:defRPr sz="7951"/>
            </a:lvl1pPr>
            <a:lvl2pPr>
              <a:defRPr sz="6816"/>
            </a:lvl2pPr>
            <a:lvl3pPr>
              <a:defRPr sz="5680"/>
            </a:lvl3pPr>
            <a:lvl4pPr>
              <a:defRPr sz="5112"/>
            </a:lvl4pPr>
            <a:lvl5pPr>
              <a:defRPr sz="5112"/>
            </a:lvl5pPr>
            <a:lvl6pPr>
              <a:defRPr sz="5112"/>
            </a:lvl6pPr>
            <a:lvl7pPr>
              <a:defRPr sz="5112"/>
            </a:lvl7pPr>
            <a:lvl8pPr>
              <a:defRPr sz="5112"/>
            </a:lvl8pPr>
            <a:lvl9pPr>
              <a:defRPr sz="511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536770" y="4544273"/>
            <a:ext cx="13499161" cy="12852897"/>
          </a:xfrm>
        </p:spPr>
        <p:txBody>
          <a:bodyPr/>
          <a:lstStyle>
            <a:lvl1pPr>
              <a:defRPr sz="7951"/>
            </a:lvl1pPr>
            <a:lvl2pPr>
              <a:defRPr sz="6816"/>
            </a:lvl2pPr>
            <a:lvl3pPr>
              <a:defRPr sz="5680"/>
            </a:lvl3pPr>
            <a:lvl4pPr>
              <a:defRPr sz="5112"/>
            </a:lvl4pPr>
            <a:lvl5pPr>
              <a:defRPr sz="5112"/>
            </a:lvl5pPr>
            <a:lvl6pPr>
              <a:defRPr sz="5112"/>
            </a:lvl6pPr>
            <a:lvl7pPr>
              <a:defRPr sz="5112"/>
            </a:lvl7pPr>
            <a:lvl8pPr>
              <a:defRPr sz="5112"/>
            </a:lvl8pPr>
            <a:lvl9pPr>
              <a:defRPr sz="511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8207" y="4359436"/>
            <a:ext cx="13504469" cy="1816806"/>
          </a:xfrm>
        </p:spPr>
        <p:txBody>
          <a:bodyPr anchor="b"/>
          <a:lstStyle>
            <a:lvl1pPr marL="0" indent="0">
              <a:buNone/>
              <a:defRPr sz="6816" b="1"/>
            </a:lvl1pPr>
            <a:lvl2pPr marL="1298357" indent="0">
              <a:buNone/>
              <a:defRPr sz="5680" b="1"/>
            </a:lvl2pPr>
            <a:lvl3pPr marL="2596713" indent="0">
              <a:buNone/>
              <a:defRPr sz="5112" b="1"/>
            </a:lvl3pPr>
            <a:lvl4pPr marL="3895070" indent="0">
              <a:buNone/>
              <a:defRPr sz="4544" b="1"/>
            </a:lvl4pPr>
            <a:lvl5pPr marL="5193426" indent="0">
              <a:buNone/>
              <a:defRPr sz="4544" b="1"/>
            </a:lvl5pPr>
            <a:lvl6pPr marL="6491783" indent="0">
              <a:buNone/>
              <a:defRPr sz="4544" b="1"/>
            </a:lvl6pPr>
            <a:lvl7pPr marL="7790139" indent="0">
              <a:buNone/>
              <a:defRPr sz="4544" b="1"/>
            </a:lvl7pPr>
            <a:lvl8pPr marL="9088496" indent="0">
              <a:buNone/>
              <a:defRPr sz="4544" b="1"/>
            </a:lvl8pPr>
            <a:lvl9pPr marL="10386852" indent="0">
              <a:buNone/>
              <a:defRPr sz="45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8207" y="6176242"/>
            <a:ext cx="13504469" cy="11220926"/>
          </a:xfrm>
        </p:spPr>
        <p:txBody>
          <a:bodyPr/>
          <a:lstStyle>
            <a:lvl1pPr>
              <a:defRPr sz="6816"/>
            </a:lvl1pPr>
            <a:lvl2pPr>
              <a:defRPr sz="5680"/>
            </a:lvl2pPr>
            <a:lvl3pPr>
              <a:defRPr sz="5112"/>
            </a:lvl3pPr>
            <a:lvl4pPr>
              <a:defRPr sz="4544"/>
            </a:lvl4pPr>
            <a:lvl5pPr>
              <a:defRPr sz="4544"/>
            </a:lvl5pPr>
            <a:lvl6pPr>
              <a:defRPr sz="4544"/>
            </a:lvl6pPr>
            <a:lvl7pPr>
              <a:defRPr sz="4544"/>
            </a:lvl7pPr>
            <a:lvl8pPr>
              <a:defRPr sz="4544"/>
            </a:lvl8pPr>
            <a:lvl9pPr>
              <a:defRPr sz="45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526160" y="4359436"/>
            <a:ext cx="13509773" cy="1816806"/>
          </a:xfrm>
        </p:spPr>
        <p:txBody>
          <a:bodyPr anchor="b"/>
          <a:lstStyle>
            <a:lvl1pPr marL="0" indent="0">
              <a:buNone/>
              <a:defRPr sz="6816" b="1"/>
            </a:lvl1pPr>
            <a:lvl2pPr marL="1298357" indent="0">
              <a:buNone/>
              <a:defRPr sz="5680" b="1"/>
            </a:lvl2pPr>
            <a:lvl3pPr marL="2596713" indent="0">
              <a:buNone/>
              <a:defRPr sz="5112" b="1"/>
            </a:lvl3pPr>
            <a:lvl4pPr marL="3895070" indent="0">
              <a:buNone/>
              <a:defRPr sz="4544" b="1"/>
            </a:lvl4pPr>
            <a:lvl5pPr marL="5193426" indent="0">
              <a:buNone/>
              <a:defRPr sz="4544" b="1"/>
            </a:lvl5pPr>
            <a:lvl6pPr marL="6491783" indent="0">
              <a:buNone/>
              <a:defRPr sz="4544" b="1"/>
            </a:lvl6pPr>
            <a:lvl7pPr marL="7790139" indent="0">
              <a:buNone/>
              <a:defRPr sz="4544" b="1"/>
            </a:lvl7pPr>
            <a:lvl8pPr marL="9088496" indent="0">
              <a:buNone/>
              <a:defRPr sz="4544" b="1"/>
            </a:lvl8pPr>
            <a:lvl9pPr marL="10386852" indent="0">
              <a:buNone/>
              <a:defRPr sz="45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526160" y="6176242"/>
            <a:ext cx="13509773" cy="11220926"/>
          </a:xfrm>
        </p:spPr>
        <p:txBody>
          <a:bodyPr/>
          <a:lstStyle>
            <a:lvl1pPr>
              <a:defRPr sz="6816"/>
            </a:lvl1pPr>
            <a:lvl2pPr>
              <a:defRPr sz="5680"/>
            </a:lvl2pPr>
            <a:lvl3pPr>
              <a:defRPr sz="5112"/>
            </a:lvl3pPr>
            <a:lvl4pPr>
              <a:defRPr sz="4544"/>
            </a:lvl4pPr>
            <a:lvl5pPr>
              <a:defRPr sz="4544"/>
            </a:lvl5pPr>
            <a:lvl6pPr>
              <a:defRPr sz="4544"/>
            </a:lvl6pPr>
            <a:lvl7pPr>
              <a:defRPr sz="4544"/>
            </a:lvl7pPr>
            <a:lvl8pPr>
              <a:defRPr sz="4544"/>
            </a:lvl8pPr>
            <a:lvl9pPr>
              <a:defRPr sz="45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8208" y="775411"/>
            <a:ext cx="10055391" cy="3300007"/>
          </a:xfrm>
        </p:spPr>
        <p:txBody>
          <a:bodyPr anchor="b"/>
          <a:lstStyle>
            <a:lvl1pPr algn="l">
              <a:defRPr sz="568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49729" y="775413"/>
            <a:ext cx="17086202" cy="16621757"/>
          </a:xfrm>
        </p:spPr>
        <p:txBody>
          <a:bodyPr/>
          <a:lstStyle>
            <a:lvl1pPr>
              <a:defRPr sz="9087"/>
            </a:lvl1pPr>
            <a:lvl2pPr>
              <a:defRPr sz="7951"/>
            </a:lvl2pPr>
            <a:lvl3pPr>
              <a:defRPr sz="6816"/>
            </a:lvl3pPr>
            <a:lvl4pPr>
              <a:defRPr sz="5680"/>
            </a:lvl4pPr>
            <a:lvl5pPr>
              <a:defRPr sz="5680"/>
            </a:lvl5pPr>
            <a:lvl6pPr>
              <a:defRPr sz="5680"/>
            </a:lvl6pPr>
            <a:lvl7pPr>
              <a:defRPr sz="5680"/>
            </a:lvl7pPr>
            <a:lvl8pPr>
              <a:defRPr sz="5680"/>
            </a:lvl8pPr>
            <a:lvl9pPr>
              <a:defRPr sz="5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8208" y="4075420"/>
            <a:ext cx="10055391" cy="13321750"/>
          </a:xfrm>
        </p:spPr>
        <p:txBody>
          <a:bodyPr/>
          <a:lstStyle>
            <a:lvl1pPr marL="0" indent="0">
              <a:buNone/>
              <a:defRPr sz="3976"/>
            </a:lvl1pPr>
            <a:lvl2pPr marL="1298357" indent="0">
              <a:buNone/>
              <a:defRPr sz="3408"/>
            </a:lvl2pPr>
            <a:lvl3pPr marL="2596713" indent="0">
              <a:buNone/>
              <a:defRPr sz="2840"/>
            </a:lvl3pPr>
            <a:lvl4pPr marL="3895070" indent="0">
              <a:buNone/>
              <a:defRPr sz="2556"/>
            </a:lvl4pPr>
            <a:lvl5pPr marL="5193426" indent="0">
              <a:buNone/>
              <a:defRPr sz="2556"/>
            </a:lvl5pPr>
            <a:lvl6pPr marL="6491783" indent="0">
              <a:buNone/>
              <a:defRPr sz="2556"/>
            </a:lvl6pPr>
            <a:lvl7pPr marL="7790139" indent="0">
              <a:buNone/>
              <a:defRPr sz="2556"/>
            </a:lvl7pPr>
            <a:lvl8pPr marL="9088496" indent="0">
              <a:buNone/>
              <a:defRPr sz="2556"/>
            </a:lvl8pPr>
            <a:lvl9pPr marL="10386852" indent="0">
              <a:buNone/>
              <a:defRPr sz="25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0785" y="13632815"/>
            <a:ext cx="18338483" cy="1609431"/>
          </a:xfrm>
        </p:spPr>
        <p:txBody>
          <a:bodyPr anchor="b"/>
          <a:lstStyle>
            <a:lvl1pPr algn="l">
              <a:defRPr sz="568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90785" y="1740168"/>
            <a:ext cx="18338483" cy="11685270"/>
          </a:xfrm>
        </p:spPr>
        <p:txBody>
          <a:bodyPr/>
          <a:lstStyle>
            <a:lvl1pPr marL="0" indent="0">
              <a:buNone/>
              <a:defRPr sz="9087"/>
            </a:lvl1pPr>
            <a:lvl2pPr marL="1298357" indent="0">
              <a:buNone/>
              <a:defRPr sz="7951"/>
            </a:lvl2pPr>
            <a:lvl3pPr marL="2596713" indent="0">
              <a:buNone/>
              <a:defRPr sz="6816"/>
            </a:lvl3pPr>
            <a:lvl4pPr marL="3895070" indent="0">
              <a:buNone/>
              <a:defRPr sz="5680"/>
            </a:lvl4pPr>
            <a:lvl5pPr marL="5193426" indent="0">
              <a:buNone/>
              <a:defRPr sz="5680"/>
            </a:lvl5pPr>
            <a:lvl6pPr marL="6491783" indent="0">
              <a:buNone/>
              <a:defRPr sz="5680"/>
            </a:lvl6pPr>
            <a:lvl7pPr marL="7790139" indent="0">
              <a:buNone/>
              <a:defRPr sz="5680"/>
            </a:lvl7pPr>
            <a:lvl8pPr marL="9088496" indent="0">
              <a:buNone/>
              <a:defRPr sz="5680"/>
            </a:lvl8pPr>
            <a:lvl9pPr marL="10386852" indent="0">
              <a:buNone/>
              <a:defRPr sz="568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90785" y="15242246"/>
            <a:ext cx="18338483" cy="2285659"/>
          </a:xfrm>
        </p:spPr>
        <p:txBody>
          <a:bodyPr/>
          <a:lstStyle>
            <a:lvl1pPr marL="0" indent="0">
              <a:buNone/>
              <a:defRPr sz="3976"/>
            </a:lvl1pPr>
            <a:lvl2pPr marL="1298357" indent="0">
              <a:buNone/>
              <a:defRPr sz="3408"/>
            </a:lvl2pPr>
            <a:lvl3pPr marL="2596713" indent="0">
              <a:buNone/>
              <a:defRPr sz="2840"/>
            </a:lvl3pPr>
            <a:lvl4pPr marL="3895070" indent="0">
              <a:buNone/>
              <a:defRPr sz="2556"/>
            </a:lvl4pPr>
            <a:lvl5pPr marL="5193426" indent="0">
              <a:buNone/>
              <a:defRPr sz="2556"/>
            </a:lvl5pPr>
            <a:lvl6pPr marL="6491783" indent="0">
              <a:buNone/>
              <a:defRPr sz="2556"/>
            </a:lvl6pPr>
            <a:lvl7pPr marL="7790139" indent="0">
              <a:buNone/>
              <a:defRPr sz="2556"/>
            </a:lvl7pPr>
            <a:lvl8pPr marL="9088496" indent="0">
              <a:buNone/>
              <a:defRPr sz="2556"/>
            </a:lvl8pPr>
            <a:lvl9pPr marL="10386852" indent="0">
              <a:buNone/>
              <a:defRPr sz="25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159000" y="779923"/>
            <a:ext cx="6876931" cy="166172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8207" y="779923"/>
            <a:ext cx="20121391" cy="166172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8207" y="779921"/>
            <a:ext cx="27507724" cy="32459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8207" y="4544273"/>
            <a:ext cx="27507724" cy="128528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8207" y="18050859"/>
            <a:ext cx="7131632" cy="1036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4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442747" y="18050859"/>
            <a:ext cx="9678644" cy="1036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4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904299" y="18050859"/>
            <a:ext cx="7131632" cy="1036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4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98357" rtl="0" eaLnBrk="1" latinLnBrk="0" hangingPunct="1">
        <a:spcBef>
          <a:spcPct val="0"/>
        </a:spcBef>
        <a:buNone/>
        <a:defRPr sz="124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73767" indent="-973767" algn="l" defTabSz="1298357" rtl="0" eaLnBrk="1" latinLnBrk="0" hangingPunct="1">
        <a:spcBef>
          <a:spcPct val="20000"/>
        </a:spcBef>
        <a:buFont typeface="Arial"/>
        <a:buChar char="•"/>
        <a:defRPr sz="9087" kern="1200">
          <a:solidFill>
            <a:schemeClr val="tx1"/>
          </a:solidFill>
          <a:latin typeface="+mn-lt"/>
          <a:ea typeface="+mn-ea"/>
          <a:cs typeface="+mn-cs"/>
        </a:defRPr>
      </a:lvl1pPr>
      <a:lvl2pPr marL="2109829" indent="-811473" algn="l" defTabSz="1298357" rtl="0" eaLnBrk="1" latinLnBrk="0" hangingPunct="1">
        <a:spcBef>
          <a:spcPct val="20000"/>
        </a:spcBef>
        <a:buFont typeface="Arial"/>
        <a:buChar char="–"/>
        <a:defRPr sz="7951" kern="1200">
          <a:solidFill>
            <a:schemeClr val="tx1"/>
          </a:solidFill>
          <a:latin typeface="+mn-lt"/>
          <a:ea typeface="+mn-ea"/>
          <a:cs typeface="+mn-cs"/>
        </a:defRPr>
      </a:lvl2pPr>
      <a:lvl3pPr marL="3245891" indent="-649178" algn="l" defTabSz="1298357" rtl="0" eaLnBrk="1" latinLnBrk="0" hangingPunct="1">
        <a:spcBef>
          <a:spcPct val="20000"/>
        </a:spcBef>
        <a:buFont typeface="Arial"/>
        <a:buChar char="•"/>
        <a:defRPr sz="6816" kern="1200">
          <a:solidFill>
            <a:schemeClr val="tx1"/>
          </a:solidFill>
          <a:latin typeface="+mn-lt"/>
          <a:ea typeface="+mn-ea"/>
          <a:cs typeface="+mn-cs"/>
        </a:defRPr>
      </a:lvl3pPr>
      <a:lvl4pPr marL="4544248" indent="-649178" algn="l" defTabSz="1298357" rtl="0" eaLnBrk="1" latinLnBrk="0" hangingPunct="1">
        <a:spcBef>
          <a:spcPct val="20000"/>
        </a:spcBef>
        <a:buFont typeface="Arial"/>
        <a:buChar char="–"/>
        <a:defRPr sz="5680" kern="1200">
          <a:solidFill>
            <a:schemeClr val="tx1"/>
          </a:solidFill>
          <a:latin typeface="+mn-lt"/>
          <a:ea typeface="+mn-ea"/>
          <a:cs typeface="+mn-cs"/>
        </a:defRPr>
      </a:lvl4pPr>
      <a:lvl5pPr marL="5842605" indent="-649178" algn="l" defTabSz="1298357" rtl="0" eaLnBrk="1" latinLnBrk="0" hangingPunct="1">
        <a:spcBef>
          <a:spcPct val="20000"/>
        </a:spcBef>
        <a:buFont typeface="Arial"/>
        <a:buChar char="»"/>
        <a:defRPr sz="5680" kern="1200">
          <a:solidFill>
            <a:schemeClr val="tx1"/>
          </a:solidFill>
          <a:latin typeface="+mn-lt"/>
          <a:ea typeface="+mn-ea"/>
          <a:cs typeface="+mn-cs"/>
        </a:defRPr>
      </a:lvl5pPr>
      <a:lvl6pPr marL="7140961" indent="-649178" algn="l" defTabSz="1298357" rtl="0" eaLnBrk="1" latinLnBrk="0" hangingPunct="1">
        <a:spcBef>
          <a:spcPct val="20000"/>
        </a:spcBef>
        <a:buFont typeface="Arial"/>
        <a:buChar char="•"/>
        <a:defRPr sz="5680" kern="1200">
          <a:solidFill>
            <a:schemeClr val="tx1"/>
          </a:solidFill>
          <a:latin typeface="+mn-lt"/>
          <a:ea typeface="+mn-ea"/>
          <a:cs typeface="+mn-cs"/>
        </a:defRPr>
      </a:lvl6pPr>
      <a:lvl7pPr marL="8439318" indent="-649178" algn="l" defTabSz="1298357" rtl="0" eaLnBrk="1" latinLnBrk="0" hangingPunct="1">
        <a:spcBef>
          <a:spcPct val="20000"/>
        </a:spcBef>
        <a:buFont typeface="Arial"/>
        <a:buChar char="•"/>
        <a:defRPr sz="5680" kern="1200">
          <a:solidFill>
            <a:schemeClr val="tx1"/>
          </a:solidFill>
          <a:latin typeface="+mn-lt"/>
          <a:ea typeface="+mn-ea"/>
          <a:cs typeface="+mn-cs"/>
        </a:defRPr>
      </a:lvl7pPr>
      <a:lvl8pPr marL="9737674" indent="-649178" algn="l" defTabSz="1298357" rtl="0" eaLnBrk="1" latinLnBrk="0" hangingPunct="1">
        <a:spcBef>
          <a:spcPct val="20000"/>
        </a:spcBef>
        <a:buFont typeface="Arial"/>
        <a:buChar char="•"/>
        <a:defRPr sz="5680" kern="1200">
          <a:solidFill>
            <a:schemeClr val="tx1"/>
          </a:solidFill>
          <a:latin typeface="+mn-lt"/>
          <a:ea typeface="+mn-ea"/>
          <a:cs typeface="+mn-cs"/>
        </a:defRPr>
      </a:lvl8pPr>
      <a:lvl9pPr marL="11036031" indent="-649178" algn="l" defTabSz="1298357" rtl="0" eaLnBrk="1" latinLnBrk="0" hangingPunct="1">
        <a:spcBef>
          <a:spcPct val="20000"/>
        </a:spcBef>
        <a:buFont typeface="Arial"/>
        <a:buChar char="•"/>
        <a:defRPr sz="5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98357" rtl="0" eaLnBrk="1" latinLnBrk="0" hangingPunct="1">
        <a:defRPr sz="5112" kern="1200">
          <a:solidFill>
            <a:schemeClr val="tx1"/>
          </a:solidFill>
          <a:latin typeface="+mn-lt"/>
          <a:ea typeface="+mn-ea"/>
          <a:cs typeface="+mn-cs"/>
        </a:defRPr>
      </a:lvl1pPr>
      <a:lvl2pPr marL="1298357" algn="l" defTabSz="1298357" rtl="0" eaLnBrk="1" latinLnBrk="0" hangingPunct="1">
        <a:defRPr sz="5112" kern="1200">
          <a:solidFill>
            <a:schemeClr val="tx1"/>
          </a:solidFill>
          <a:latin typeface="+mn-lt"/>
          <a:ea typeface="+mn-ea"/>
          <a:cs typeface="+mn-cs"/>
        </a:defRPr>
      </a:lvl2pPr>
      <a:lvl3pPr marL="2596713" algn="l" defTabSz="1298357" rtl="0" eaLnBrk="1" latinLnBrk="0" hangingPunct="1">
        <a:defRPr sz="5112" kern="1200">
          <a:solidFill>
            <a:schemeClr val="tx1"/>
          </a:solidFill>
          <a:latin typeface="+mn-lt"/>
          <a:ea typeface="+mn-ea"/>
          <a:cs typeface="+mn-cs"/>
        </a:defRPr>
      </a:lvl3pPr>
      <a:lvl4pPr marL="3895070" algn="l" defTabSz="1298357" rtl="0" eaLnBrk="1" latinLnBrk="0" hangingPunct="1">
        <a:defRPr sz="5112" kern="1200">
          <a:solidFill>
            <a:schemeClr val="tx1"/>
          </a:solidFill>
          <a:latin typeface="+mn-lt"/>
          <a:ea typeface="+mn-ea"/>
          <a:cs typeface="+mn-cs"/>
        </a:defRPr>
      </a:lvl4pPr>
      <a:lvl5pPr marL="5193426" algn="l" defTabSz="1298357" rtl="0" eaLnBrk="1" latinLnBrk="0" hangingPunct="1">
        <a:defRPr sz="5112" kern="1200">
          <a:solidFill>
            <a:schemeClr val="tx1"/>
          </a:solidFill>
          <a:latin typeface="+mn-lt"/>
          <a:ea typeface="+mn-ea"/>
          <a:cs typeface="+mn-cs"/>
        </a:defRPr>
      </a:lvl5pPr>
      <a:lvl6pPr marL="6491783" algn="l" defTabSz="1298357" rtl="0" eaLnBrk="1" latinLnBrk="0" hangingPunct="1">
        <a:defRPr sz="5112" kern="1200">
          <a:solidFill>
            <a:schemeClr val="tx1"/>
          </a:solidFill>
          <a:latin typeface="+mn-lt"/>
          <a:ea typeface="+mn-ea"/>
          <a:cs typeface="+mn-cs"/>
        </a:defRPr>
      </a:lvl6pPr>
      <a:lvl7pPr marL="7790139" algn="l" defTabSz="1298357" rtl="0" eaLnBrk="1" latinLnBrk="0" hangingPunct="1">
        <a:defRPr sz="5112" kern="1200">
          <a:solidFill>
            <a:schemeClr val="tx1"/>
          </a:solidFill>
          <a:latin typeface="+mn-lt"/>
          <a:ea typeface="+mn-ea"/>
          <a:cs typeface="+mn-cs"/>
        </a:defRPr>
      </a:lvl7pPr>
      <a:lvl8pPr marL="9088496" algn="l" defTabSz="1298357" rtl="0" eaLnBrk="1" latinLnBrk="0" hangingPunct="1">
        <a:defRPr sz="5112" kern="1200">
          <a:solidFill>
            <a:schemeClr val="tx1"/>
          </a:solidFill>
          <a:latin typeface="+mn-lt"/>
          <a:ea typeface="+mn-ea"/>
          <a:cs typeface="+mn-cs"/>
        </a:defRPr>
      </a:lvl8pPr>
      <a:lvl9pPr marL="10386852" algn="l" defTabSz="1298357" rtl="0" eaLnBrk="1" latinLnBrk="0" hangingPunct="1">
        <a:defRPr sz="51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6.png"/><Relationship Id="rId21" Type="http://schemas.openxmlformats.org/officeDocument/2006/relationships/customXml" Target="../ink/ink7.xml"/><Relationship Id="rId42" Type="http://schemas.openxmlformats.org/officeDocument/2006/relationships/image" Target="../media/image24.png"/><Relationship Id="rId47" Type="http://schemas.openxmlformats.org/officeDocument/2006/relationships/image" Target="../media/image26.png"/><Relationship Id="rId63" Type="http://schemas.openxmlformats.org/officeDocument/2006/relationships/image" Target="../media/image35.png"/><Relationship Id="rId68" Type="http://schemas.openxmlformats.org/officeDocument/2006/relationships/customXml" Target="../ink/ink28.xml"/><Relationship Id="rId2" Type="http://schemas.openxmlformats.org/officeDocument/2006/relationships/image" Target="../media/image1.png"/><Relationship Id="rId16" Type="http://schemas.openxmlformats.org/officeDocument/2006/relationships/image" Target="../media/image11.png"/><Relationship Id="rId29" Type="http://schemas.openxmlformats.org/officeDocument/2006/relationships/customXml" Target="../ink/ink11.xml"/><Relationship Id="rId11" Type="http://schemas.openxmlformats.org/officeDocument/2006/relationships/customXml" Target="../ink/ink2.xml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37" Type="http://schemas.openxmlformats.org/officeDocument/2006/relationships/customXml" Target="../ink/ink15.xml"/><Relationship Id="rId40" Type="http://schemas.openxmlformats.org/officeDocument/2006/relationships/image" Target="../media/image23.png"/><Relationship Id="rId45" Type="http://schemas.openxmlformats.org/officeDocument/2006/relationships/image" Target="../media/image6.png"/><Relationship Id="rId53" Type="http://schemas.openxmlformats.org/officeDocument/2006/relationships/image" Target="../media/image30.png"/><Relationship Id="rId58" Type="http://schemas.openxmlformats.org/officeDocument/2006/relationships/customXml" Target="../ink/ink23.xml"/><Relationship Id="rId66" Type="http://schemas.openxmlformats.org/officeDocument/2006/relationships/customXml" Target="../ink/ink27.xml"/><Relationship Id="rId74" Type="http://schemas.openxmlformats.org/officeDocument/2006/relationships/customXml" Target="../ink/ink31.xml"/><Relationship Id="rId5" Type="http://schemas.openxmlformats.org/officeDocument/2006/relationships/image" Target="../media/image4.png"/><Relationship Id="rId61" Type="http://schemas.openxmlformats.org/officeDocument/2006/relationships/image" Target="../media/image34.png"/><Relationship Id="rId19" Type="http://schemas.openxmlformats.org/officeDocument/2006/relationships/customXml" Target="../ink/ink6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Relationship Id="rId27" Type="http://schemas.openxmlformats.org/officeDocument/2006/relationships/customXml" Target="../ink/ink10.xml"/><Relationship Id="rId30" Type="http://schemas.openxmlformats.org/officeDocument/2006/relationships/image" Target="../media/image18.png"/><Relationship Id="rId35" Type="http://schemas.openxmlformats.org/officeDocument/2006/relationships/customXml" Target="../ink/ink14.xml"/><Relationship Id="rId43" Type="http://schemas.openxmlformats.org/officeDocument/2006/relationships/customXml" Target="../ink/ink18.xml"/><Relationship Id="rId48" Type="http://schemas.openxmlformats.org/officeDocument/2006/relationships/image" Target="../media/image27.png"/><Relationship Id="rId56" Type="http://schemas.openxmlformats.org/officeDocument/2006/relationships/customXml" Target="../ink/ink22.xml"/><Relationship Id="rId64" Type="http://schemas.openxmlformats.org/officeDocument/2006/relationships/customXml" Target="../ink/ink26.xml"/><Relationship Id="rId69" Type="http://schemas.openxmlformats.org/officeDocument/2006/relationships/image" Target="../media/image38.png"/><Relationship Id="rId51" Type="http://schemas.openxmlformats.org/officeDocument/2006/relationships/image" Target="../media/image29.png"/><Relationship Id="rId72" Type="http://schemas.openxmlformats.org/officeDocument/2006/relationships/customXml" Target="../ink/ink30.xml"/><Relationship Id="rId3" Type="http://schemas.openxmlformats.org/officeDocument/2006/relationships/image" Target="../media/image2.png"/><Relationship Id="rId12" Type="http://schemas.openxmlformats.org/officeDocument/2006/relationships/image" Target="../media/image9.png"/><Relationship Id="rId17" Type="http://schemas.openxmlformats.org/officeDocument/2006/relationships/customXml" Target="../ink/ink5.xml"/><Relationship Id="rId25" Type="http://schemas.openxmlformats.org/officeDocument/2006/relationships/customXml" Target="../ink/ink9.xml"/><Relationship Id="rId33" Type="http://schemas.openxmlformats.org/officeDocument/2006/relationships/customXml" Target="../ink/ink13.xml"/><Relationship Id="rId38" Type="http://schemas.openxmlformats.org/officeDocument/2006/relationships/image" Target="../media/image22.png"/><Relationship Id="rId46" Type="http://schemas.openxmlformats.org/officeDocument/2006/relationships/image" Target="../media/image7.png"/><Relationship Id="rId59" Type="http://schemas.openxmlformats.org/officeDocument/2006/relationships/image" Target="../media/image33.png"/><Relationship Id="rId67" Type="http://schemas.openxmlformats.org/officeDocument/2006/relationships/image" Target="../media/image37.png"/><Relationship Id="rId20" Type="http://schemas.openxmlformats.org/officeDocument/2006/relationships/image" Target="../media/image13.png"/><Relationship Id="rId41" Type="http://schemas.openxmlformats.org/officeDocument/2006/relationships/customXml" Target="../ink/ink17.xml"/><Relationship Id="rId54" Type="http://schemas.openxmlformats.org/officeDocument/2006/relationships/customXml" Target="../ink/ink21.xml"/><Relationship Id="rId62" Type="http://schemas.openxmlformats.org/officeDocument/2006/relationships/customXml" Target="../ink/ink25.xml"/><Relationship Id="rId70" Type="http://schemas.openxmlformats.org/officeDocument/2006/relationships/customXml" Target="../ink/ink29.xml"/><Relationship Id="rId75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5" Type="http://schemas.openxmlformats.org/officeDocument/2006/relationships/customXml" Target="../ink/ink4.xml"/><Relationship Id="rId23" Type="http://schemas.openxmlformats.org/officeDocument/2006/relationships/customXml" Target="../ink/ink8.xml"/><Relationship Id="rId28" Type="http://schemas.openxmlformats.org/officeDocument/2006/relationships/image" Target="../media/image17.png"/><Relationship Id="rId36" Type="http://schemas.openxmlformats.org/officeDocument/2006/relationships/image" Target="../media/image21.png"/><Relationship Id="rId49" Type="http://schemas.openxmlformats.org/officeDocument/2006/relationships/image" Target="../media/image28.png"/><Relationship Id="rId57" Type="http://schemas.openxmlformats.org/officeDocument/2006/relationships/image" Target="../media/image32.png"/><Relationship Id="rId10" Type="http://schemas.openxmlformats.org/officeDocument/2006/relationships/image" Target="../media/image8.png"/><Relationship Id="rId31" Type="http://schemas.openxmlformats.org/officeDocument/2006/relationships/customXml" Target="../ink/ink12.xml"/><Relationship Id="rId44" Type="http://schemas.openxmlformats.org/officeDocument/2006/relationships/image" Target="../media/image25.png"/><Relationship Id="rId52" Type="http://schemas.openxmlformats.org/officeDocument/2006/relationships/customXml" Target="../ink/ink20.xml"/><Relationship Id="rId60" Type="http://schemas.openxmlformats.org/officeDocument/2006/relationships/customXml" Target="../ink/ink24.xml"/><Relationship Id="rId65" Type="http://schemas.openxmlformats.org/officeDocument/2006/relationships/image" Target="../media/image36.png"/><Relationship Id="rId73" Type="http://schemas.openxmlformats.org/officeDocument/2006/relationships/image" Target="../media/image40.png"/><Relationship Id="rId4" Type="http://schemas.openxmlformats.org/officeDocument/2006/relationships/image" Target="../media/image3.png"/><Relationship Id="rId13" Type="http://schemas.openxmlformats.org/officeDocument/2006/relationships/customXml" Target="../ink/ink3.xml"/><Relationship Id="rId18" Type="http://schemas.openxmlformats.org/officeDocument/2006/relationships/image" Target="../media/image12.png"/><Relationship Id="rId39" Type="http://schemas.openxmlformats.org/officeDocument/2006/relationships/customXml" Target="../ink/ink16.xml"/><Relationship Id="rId34" Type="http://schemas.openxmlformats.org/officeDocument/2006/relationships/image" Target="../media/image20.png"/><Relationship Id="rId50" Type="http://schemas.openxmlformats.org/officeDocument/2006/relationships/customXml" Target="../ink/ink19.xml"/><Relationship Id="rId55" Type="http://schemas.openxmlformats.org/officeDocument/2006/relationships/image" Target="../media/image31.png"/><Relationship Id="rId76" Type="http://schemas.openxmlformats.org/officeDocument/2006/relationships/image" Target="../media/image42.png"/><Relationship Id="rId7" Type="http://schemas.openxmlformats.org/officeDocument/2006/relationships/customXml" Target="../ink/ink1.xml"/><Relationship Id="rId7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31A1A"/>
            </a:gs>
            <a:gs pos="0">
              <a:schemeClr val="accent5">
                <a:lumMod val="0"/>
                <a:lumOff val="100000"/>
              </a:schemeClr>
            </a:gs>
            <a:gs pos="47000">
              <a:schemeClr val="accent5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D503BDC-CF3B-4784-087D-1EE71D9CE7FA}"/>
              </a:ext>
            </a:extLst>
          </p:cNvPr>
          <p:cNvSpPr/>
          <p:nvPr/>
        </p:nvSpPr>
        <p:spPr>
          <a:xfrm>
            <a:off x="20363357" y="11520279"/>
            <a:ext cx="7594114" cy="770313"/>
          </a:xfrm>
          <a:prstGeom prst="round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ECFC8A0-9785-8992-F231-707A67CF18CA}"/>
              </a:ext>
            </a:extLst>
          </p:cNvPr>
          <p:cNvSpPr/>
          <p:nvPr/>
        </p:nvSpPr>
        <p:spPr>
          <a:xfrm>
            <a:off x="11653687" y="11520279"/>
            <a:ext cx="8005913" cy="770313"/>
          </a:xfrm>
          <a:prstGeom prst="roundRect">
            <a:avLst>
              <a:gd name="adj" fmla="val 20158"/>
            </a:avLst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6831486-261D-A057-8110-A266F06686E2}"/>
              </a:ext>
            </a:extLst>
          </p:cNvPr>
          <p:cNvSpPr/>
          <p:nvPr/>
        </p:nvSpPr>
        <p:spPr>
          <a:xfrm>
            <a:off x="2546401" y="11499273"/>
            <a:ext cx="8403528" cy="821225"/>
          </a:xfrm>
          <a:prstGeom prst="round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E84FF5D-EE7E-CFF6-94F0-7D1893720F21}"/>
              </a:ext>
            </a:extLst>
          </p:cNvPr>
          <p:cNvSpPr/>
          <p:nvPr/>
        </p:nvSpPr>
        <p:spPr>
          <a:xfrm>
            <a:off x="2583303" y="4141694"/>
            <a:ext cx="8281051" cy="860021"/>
          </a:xfrm>
          <a:prstGeom prst="round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272F3C1-07BA-8580-5636-0C2274009A03}"/>
              </a:ext>
            </a:extLst>
          </p:cNvPr>
          <p:cNvSpPr/>
          <p:nvPr/>
        </p:nvSpPr>
        <p:spPr>
          <a:xfrm>
            <a:off x="11653687" y="4141694"/>
            <a:ext cx="7776109" cy="826125"/>
          </a:xfrm>
          <a:prstGeom prst="round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F639FF4-50BB-F8FB-452E-8E3AA8090282}"/>
              </a:ext>
            </a:extLst>
          </p:cNvPr>
          <p:cNvSpPr/>
          <p:nvPr/>
        </p:nvSpPr>
        <p:spPr>
          <a:xfrm>
            <a:off x="20539442" y="4141694"/>
            <a:ext cx="7418029" cy="860021"/>
          </a:xfrm>
          <a:prstGeom prst="round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22E0E3-2B0B-5543-9292-217D1A405921}"/>
              </a:ext>
            </a:extLst>
          </p:cNvPr>
          <p:cNvSpPr txBox="1"/>
          <p:nvPr/>
        </p:nvSpPr>
        <p:spPr>
          <a:xfrm>
            <a:off x="11653687" y="12589940"/>
            <a:ext cx="8005913" cy="5094355"/>
          </a:xfrm>
          <a:prstGeom prst="rect">
            <a:avLst/>
          </a:prstGeom>
          <a:solidFill>
            <a:srgbClr val="3093C9"/>
          </a:solidFill>
        </p:spPr>
        <p:txBody>
          <a:bodyPr wrap="square" rtlCol="0">
            <a:spAutoFit/>
          </a:bodyPr>
          <a:lstStyle/>
          <a:p>
            <a:endParaRPr lang="en-I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03C95C-5950-CCBA-4D8C-59AF752B60B0}"/>
              </a:ext>
            </a:extLst>
          </p:cNvPr>
          <p:cNvSpPr txBox="1"/>
          <p:nvPr/>
        </p:nvSpPr>
        <p:spPr>
          <a:xfrm>
            <a:off x="22975900" y="12464286"/>
            <a:ext cx="5004935" cy="5262979"/>
          </a:xfrm>
          <a:prstGeom prst="rect">
            <a:avLst/>
          </a:prstGeom>
          <a:solidFill>
            <a:srgbClr val="3093C9"/>
          </a:solidFill>
        </p:spPr>
        <p:txBody>
          <a:bodyPr wrap="square" rtlCol="0">
            <a:spAutoFit/>
          </a:bodyPr>
          <a:lstStyle/>
          <a:p>
            <a:endParaRPr lang="en-I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F79132-B03F-9D5A-AF3B-BAA5EBD78615}"/>
              </a:ext>
            </a:extLst>
          </p:cNvPr>
          <p:cNvSpPr txBox="1"/>
          <p:nvPr/>
        </p:nvSpPr>
        <p:spPr>
          <a:xfrm>
            <a:off x="2546401" y="12464286"/>
            <a:ext cx="1079658" cy="5262979"/>
          </a:xfrm>
          <a:prstGeom prst="rect">
            <a:avLst/>
          </a:prstGeom>
          <a:solidFill>
            <a:srgbClr val="0066CC">
              <a:alpha val="36000"/>
            </a:srgbClr>
          </a:solidFill>
        </p:spPr>
        <p:txBody>
          <a:bodyPr wrap="square" rtlCol="0">
            <a:spAutoFit/>
          </a:bodyPr>
          <a:lstStyle/>
          <a:p>
            <a:endParaRPr lang="en-IE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C4D0EA-7AC4-ED30-06D8-23B83C53BB08}"/>
              </a:ext>
            </a:extLst>
          </p:cNvPr>
          <p:cNvSpPr txBox="1"/>
          <p:nvPr/>
        </p:nvSpPr>
        <p:spPr>
          <a:xfrm>
            <a:off x="0" y="1"/>
            <a:ext cx="30564137" cy="2969042"/>
          </a:xfrm>
          <a:prstGeom prst="rect">
            <a:avLst/>
          </a:prstGeom>
          <a:solidFill>
            <a:srgbClr val="0066CC"/>
          </a:solidFill>
        </p:spPr>
        <p:txBody>
          <a:bodyPr wrap="square" rtlCol="0">
            <a:spAutoFit/>
          </a:bodyPr>
          <a:lstStyle/>
          <a:p>
            <a:endParaRPr lang="en-IE"/>
          </a:p>
        </p:txBody>
      </p:sp>
      <p:sp>
        <p:nvSpPr>
          <p:cNvPr id="2" name="TextBox 1"/>
          <p:cNvSpPr txBox="1"/>
          <p:nvPr/>
        </p:nvSpPr>
        <p:spPr>
          <a:xfrm>
            <a:off x="3596799" y="779019"/>
            <a:ext cx="17715684" cy="2190023"/>
          </a:xfrm>
          <a:prstGeom prst="rect">
            <a:avLst/>
          </a:prstGeom>
          <a:solidFill>
            <a:srgbClr val="0066CC"/>
          </a:solidFill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GB" sz="9087"/>
              <a:t>		</a:t>
            </a:r>
            <a:r>
              <a:rPr sz="9087"/>
              <a:t>Smart</a:t>
            </a:r>
            <a:r>
              <a:rPr lang="en-GB" sz="9087"/>
              <a:t> Classroom energy Saver</a:t>
            </a:r>
            <a:endParaRPr sz="9087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GB" sz="4544"/>
              <a:t>		Paraic Gavin</a:t>
            </a:r>
            <a:r>
              <a:rPr sz="4544"/>
              <a:t> – </a:t>
            </a:r>
            <a:r>
              <a:rPr lang="en-GB" sz="4544"/>
              <a:t>2</a:t>
            </a:r>
            <a:r>
              <a:rPr lang="en-GB" sz="4544" baseline="30000"/>
              <a:t>nd</a:t>
            </a:r>
            <a:r>
              <a:rPr lang="en-GB" sz="4544"/>
              <a:t> Year Project</a:t>
            </a:r>
            <a:endParaRPr sz="4544"/>
          </a:p>
        </p:txBody>
      </p:sp>
      <p:sp>
        <p:nvSpPr>
          <p:cNvPr id="6" name="TextBox 5"/>
          <p:cNvSpPr txBox="1"/>
          <p:nvPr/>
        </p:nvSpPr>
        <p:spPr>
          <a:xfrm>
            <a:off x="11906324" y="5453126"/>
            <a:ext cx="437940" cy="616772"/>
          </a:xfrm>
          <a:prstGeom prst="rect">
            <a:avLst/>
          </a:prstGeom>
          <a:solidFill>
            <a:srgbClr val="EBEBEB"/>
          </a:solidFill>
        </p:spPr>
        <p:txBody>
          <a:bodyPr wrap="none">
            <a:spAutoFit/>
          </a:bodyPr>
          <a:lstStyle/>
          <a:p>
            <a:pPr>
              <a:defRPr sz="1200"/>
            </a:pPr>
            <a:r>
              <a:rPr sz="3408"/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19355" y="4314780"/>
            <a:ext cx="7438116" cy="800219"/>
          </a:xfrm>
          <a:prstGeom prst="rect">
            <a:avLst/>
          </a:prstGeom>
          <a:solidFill>
            <a:srgbClr val="0066CC">
              <a:alpha val="0"/>
            </a:srgbClr>
          </a:solidFill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lang="en-IE" sz="4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Results</a:t>
            </a:r>
            <a:endParaRPr sz="4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073627" y="24928576"/>
            <a:ext cx="742319" cy="616772"/>
          </a:xfrm>
          <a:prstGeom prst="rect">
            <a:avLst/>
          </a:prstGeom>
          <a:solidFill>
            <a:srgbClr val="EBEBEB"/>
          </a:solidFill>
        </p:spPr>
        <p:txBody>
          <a:bodyPr wrap="square">
            <a:spAutoFit/>
          </a:bodyPr>
          <a:lstStyle/>
          <a:p>
            <a:pPr>
              <a:defRPr sz="1200"/>
            </a:pPr>
            <a:endParaRPr sz="3408"/>
          </a:p>
        </p:txBody>
      </p:sp>
      <p:pic>
        <p:nvPicPr>
          <p:cNvPr id="17" name="Picture 16" descr="Generated image">
            <a:extLst>
              <a:ext uri="{FF2B5EF4-FFF2-40B4-BE49-F238E27FC236}">
                <a16:creationId xmlns:a16="http://schemas.microsoft.com/office/drawing/2014/main" id="{87C61C59-FFE2-D1C0-53C4-060386A11B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1" t="9686" r="1490" b="374"/>
          <a:stretch>
            <a:fillRect/>
          </a:stretch>
        </p:blipFill>
        <p:spPr bwMode="auto">
          <a:xfrm>
            <a:off x="11653687" y="5132613"/>
            <a:ext cx="7776109" cy="5293757"/>
          </a:xfrm>
          <a:prstGeom prst="rect">
            <a:avLst/>
          </a:prstGeom>
          <a:gradFill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26" name="Picture 2" descr="Goal 7: Affordable and Clean Energy - United Nations Sustainable ...">
            <a:extLst>
              <a:ext uri="{FF2B5EF4-FFF2-40B4-BE49-F238E27FC236}">
                <a16:creationId xmlns:a16="http://schemas.microsoft.com/office/drawing/2014/main" id="{771877FB-2008-A98E-35FA-224D0EFB0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3357" y="12464287"/>
            <a:ext cx="2553087" cy="2553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ustainable Development Goal 13: Climate Action">
            <a:extLst>
              <a:ext uri="{FF2B5EF4-FFF2-40B4-BE49-F238E27FC236}">
                <a16:creationId xmlns:a16="http://schemas.microsoft.com/office/drawing/2014/main" id="{1467AEA2-262E-03EF-CA66-05AAC9956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3060" y="15095775"/>
            <a:ext cx="2553087" cy="2631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E772AB7-070A-03E7-1D99-30AAA426B76A}"/>
              </a:ext>
            </a:extLst>
          </p:cNvPr>
          <p:cNvSpPr txBox="1"/>
          <p:nvPr/>
        </p:nvSpPr>
        <p:spPr>
          <a:xfrm>
            <a:off x="22975900" y="12464288"/>
            <a:ext cx="4981571" cy="2092881"/>
          </a:xfrm>
          <a:prstGeom prst="rect">
            <a:avLst/>
          </a:prstGeom>
          <a:solidFill>
            <a:srgbClr val="0066CC">
              <a:alpha val="0"/>
            </a:srgbClr>
          </a:solidFill>
        </p:spPr>
        <p:txBody>
          <a:bodyPr wrap="square" rtlCol="0">
            <a:spAutoFit/>
          </a:bodyPr>
          <a:lstStyle/>
          <a:p>
            <a:endParaRPr lang="en-IE" sz="2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IE" sz="2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By implementing this system, institutions can significantly lower their electricity bills and carbon footprint.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FF9F69-AD91-48F6-2ED3-5408B58CAAB6}"/>
              </a:ext>
            </a:extLst>
          </p:cNvPr>
          <p:cNvSpPr txBox="1"/>
          <p:nvPr/>
        </p:nvSpPr>
        <p:spPr>
          <a:xfrm>
            <a:off x="22916496" y="15304952"/>
            <a:ext cx="4981571" cy="2092881"/>
          </a:xfrm>
          <a:prstGeom prst="rect">
            <a:avLst/>
          </a:prstGeom>
          <a:solidFill>
            <a:srgbClr val="0066CC">
              <a:alpha val="0"/>
            </a:srgbClr>
          </a:solidFill>
        </p:spPr>
        <p:txBody>
          <a:bodyPr wrap="square" rtlCol="0">
            <a:spAutoFit/>
          </a:bodyPr>
          <a:lstStyle/>
          <a:p>
            <a:r>
              <a:rPr lang="en-GB" sz="2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This project also promotes sustainable practices among students and staff by encouraging them to use less electricity.</a:t>
            </a:r>
            <a:endParaRPr lang="en-IE" sz="2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08D083-E19D-9065-18BB-9C81BD7BBFA9}"/>
              </a:ext>
            </a:extLst>
          </p:cNvPr>
          <p:cNvSpPr txBox="1"/>
          <p:nvPr/>
        </p:nvSpPr>
        <p:spPr>
          <a:xfrm>
            <a:off x="3626110" y="12464287"/>
            <a:ext cx="7323819" cy="5262979"/>
          </a:xfrm>
          <a:prstGeom prst="rect">
            <a:avLst/>
          </a:prstGeom>
          <a:solidFill>
            <a:srgbClr val="0066CC">
              <a:alpha val="36000"/>
            </a:srgbClr>
          </a:solidFill>
        </p:spPr>
        <p:txBody>
          <a:bodyPr wrap="square" rtlCol="0">
            <a:spAutoFit/>
          </a:bodyPr>
          <a:lstStyle/>
          <a:p>
            <a:r>
              <a:rPr lang="en-GB" sz="2800" dirty="0"/>
              <a:t>The temperature sensor helps the system automatically respond to classroom conditions by controlling fans, improving comfort and saving energy.</a:t>
            </a:r>
          </a:p>
          <a:p>
            <a:endParaRPr lang="en-GB" sz="2800" dirty="0"/>
          </a:p>
          <a:p>
            <a:r>
              <a:rPr lang="en-GB" sz="2800" dirty="0"/>
              <a:t>The PIR motion sensor detects movement in the classroom, allowing the system to turn devices on only when people are present.</a:t>
            </a:r>
          </a:p>
          <a:p>
            <a:endParaRPr lang="en-GB" sz="2800" dirty="0"/>
          </a:p>
          <a:p>
            <a:r>
              <a:rPr lang="en-GB" sz="2800" dirty="0"/>
              <a:t>The relay module acts as a switch that lets the system turn lights and fans on or off automatically.</a:t>
            </a:r>
            <a:endParaRPr lang="en-IE" sz="2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7343B3-2668-1F2D-D22E-49899C871EE3}"/>
              </a:ext>
            </a:extLst>
          </p:cNvPr>
          <p:cNvSpPr txBox="1"/>
          <p:nvPr/>
        </p:nvSpPr>
        <p:spPr>
          <a:xfrm>
            <a:off x="1332263" y="779019"/>
            <a:ext cx="2264537" cy="2190023"/>
          </a:xfrm>
          <a:prstGeom prst="rect">
            <a:avLst/>
          </a:prstGeom>
          <a:solidFill>
            <a:srgbClr val="0066CC"/>
          </a:solidFill>
        </p:spPr>
        <p:txBody>
          <a:bodyPr wrap="square" rtlCol="0">
            <a:spAutoFit/>
          </a:bodyPr>
          <a:lstStyle/>
          <a:p>
            <a:endParaRPr lang="en-IE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E6230E5-1DA8-FC07-9151-C76DFE70B5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15" y="588320"/>
            <a:ext cx="4170124" cy="224169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38B36D7-DEC4-5355-342A-1358382AFAD2}"/>
              </a:ext>
            </a:extLst>
          </p:cNvPr>
          <p:cNvSpPr txBox="1"/>
          <p:nvPr/>
        </p:nvSpPr>
        <p:spPr>
          <a:xfrm>
            <a:off x="21312483" y="2312894"/>
            <a:ext cx="7571102" cy="1389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80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B.Eng</a:t>
            </a:r>
            <a:r>
              <a:rPr lang="en-GB" altLang="en-US" sz="2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(H) in Software &amp; Electronic Engineering</a:t>
            </a:r>
            <a:endParaRPr lang="en-IE" altLang="en-US" sz="280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E">
              <a:solidFill>
                <a:schemeClr val="bg1"/>
              </a:solidFill>
            </a:endParaRPr>
          </a:p>
        </p:txBody>
      </p:sp>
      <p:pic>
        <p:nvPicPr>
          <p:cNvPr id="1034" name="Picture 10" descr="Hand drawing isolated electric fan illustration black line doodle ...">
            <a:extLst>
              <a:ext uri="{FF2B5EF4-FFF2-40B4-BE49-F238E27FC236}">
                <a16:creationId xmlns:a16="http://schemas.microsoft.com/office/drawing/2014/main" id="{05D1E544-6D68-0E3D-1A54-345E784BE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345" y="12689057"/>
            <a:ext cx="1106945" cy="1106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F41B996-234D-4DB5-674E-413B9FFC17EB}"/>
              </a:ext>
            </a:extLst>
          </p:cNvPr>
          <p:cNvSpPr txBox="1"/>
          <p:nvPr/>
        </p:nvSpPr>
        <p:spPr>
          <a:xfrm>
            <a:off x="2586580" y="5132613"/>
            <a:ext cx="8281051" cy="5293757"/>
          </a:xfrm>
          <a:prstGeom prst="rect">
            <a:avLst/>
          </a:prstGeom>
          <a:solidFill>
            <a:srgbClr val="3093C9"/>
          </a:solidFill>
        </p:spPr>
        <p:txBody>
          <a:bodyPr wrap="square" rtlCol="0">
            <a:spAutoFit/>
          </a:bodyPr>
          <a:lstStyle/>
          <a:p>
            <a:r>
              <a:rPr lang="en-GB" sz="2600" dirty="0"/>
              <a:t>The Smart Classroom Energy Saver is an IoT -based system designed to automatically manage classroom electrical appliances based on the occupancy of the room using an ESP32 microcontroller. </a:t>
            </a:r>
          </a:p>
          <a:p>
            <a:r>
              <a:rPr lang="en-GB" sz="2600" dirty="0"/>
              <a:t>The system detects human presence through PIR motion sensors and controls electrical devices such as lights and fans through relay modules. </a:t>
            </a:r>
          </a:p>
          <a:p>
            <a:r>
              <a:rPr lang="en-GB" sz="2600" dirty="0"/>
              <a:t>When a person enters the classroom, the system automatically switches on the devices, and when the room is vacant for a specific period, it powers them off. This automation ensures optimal energy usage without requiring manual intervention.</a:t>
            </a:r>
          </a:p>
          <a:p>
            <a:endParaRPr lang="en-IE" sz="2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54804F-E5A3-3CC6-6828-F874D55DD958}"/>
              </a:ext>
            </a:extLst>
          </p:cNvPr>
          <p:cNvSpPr txBox="1"/>
          <p:nvPr/>
        </p:nvSpPr>
        <p:spPr>
          <a:xfrm>
            <a:off x="11653687" y="12464286"/>
            <a:ext cx="8005913" cy="4559582"/>
          </a:xfrm>
          <a:prstGeom prst="rect">
            <a:avLst/>
          </a:prstGeom>
          <a:solidFill>
            <a:srgbClr val="3093C9"/>
          </a:solidFill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endParaRPr lang="en-IE" sz="2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IE" sz="2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E" sz="2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C/C++ Programming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E" sz="2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Java/JavaScript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E" sz="2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CSS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E" sz="2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HTML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E" sz="2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Arduino IDE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E" sz="2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Hardware Build and Test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en-IE" sz="26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Serial Interfacing </a:t>
            </a:r>
          </a:p>
          <a:p>
            <a:endParaRPr lang="en-IE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CD28205-042A-FEEA-5AAC-DE99B024930F}"/>
                  </a:ext>
                </a:extLst>
              </p14:cNvPr>
              <p14:cNvContentPartPr/>
              <p14:nvPr/>
            </p14:nvContentPartPr>
            <p14:xfrm>
              <a:off x="17656028" y="9072345"/>
              <a:ext cx="1215000" cy="817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CD28205-042A-FEEA-5AAC-DE99B024930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593028" y="9009345"/>
                <a:ext cx="134064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E9A9BE6-4F0F-31B5-3F1F-5AF0E94154D4}"/>
                  </a:ext>
                </a:extLst>
              </p14:cNvPr>
              <p14:cNvContentPartPr/>
              <p14:nvPr/>
            </p14:nvContentPartPr>
            <p14:xfrm>
              <a:off x="17695628" y="9382305"/>
              <a:ext cx="1485360" cy="1710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E9A9BE6-4F0F-31B5-3F1F-5AF0E94154D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632628" y="9319305"/>
                <a:ext cx="161100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C9C30AE-7D17-57AD-F518-8419449B3CB6}"/>
                  </a:ext>
                </a:extLst>
              </p14:cNvPr>
              <p14:cNvContentPartPr/>
              <p14:nvPr/>
            </p14:nvContentPartPr>
            <p14:xfrm>
              <a:off x="17663948" y="9167745"/>
              <a:ext cx="720" cy="9910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C9C30AE-7D17-57AD-F518-8419449B3CB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537948" y="9104745"/>
                <a:ext cx="252000" cy="11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38F0E95-904B-BBCD-4B39-2DE621E660CE}"/>
                  </a:ext>
                </a:extLst>
              </p14:cNvPr>
              <p14:cNvContentPartPr/>
              <p14:nvPr/>
            </p14:nvContentPartPr>
            <p14:xfrm>
              <a:off x="17730548" y="9700905"/>
              <a:ext cx="1449000" cy="7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38F0E95-904B-BBCD-4B39-2DE621E660C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667548" y="9574905"/>
                <a:ext cx="15746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C00A28C-6D99-4C7C-C708-00DDE529B4AC}"/>
                  </a:ext>
                </a:extLst>
              </p14:cNvPr>
              <p14:cNvContentPartPr/>
              <p14:nvPr/>
            </p14:nvContentPartPr>
            <p14:xfrm>
              <a:off x="17767628" y="9743745"/>
              <a:ext cx="1473120" cy="918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C00A28C-6D99-4C7C-C708-00DDE529B4A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7704628" y="9680745"/>
                <a:ext cx="1598760" cy="21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67AA75E3-4BD4-8D85-A0B8-0B710030830D}"/>
              </a:ext>
            </a:extLst>
          </p:cNvPr>
          <p:cNvGrpSpPr/>
          <p:nvPr/>
        </p:nvGrpSpPr>
        <p:grpSpPr>
          <a:xfrm>
            <a:off x="17649548" y="9782265"/>
            <a:ext cx="1672920" cy="447840"/>
            <a:chOff x="17649548" y="9782265"/>
            <a:chExt cx="1672920" cy="44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2877DB2-052B-3EEC-0A15-197F55BCB70D}"/>
                    </a:ext>
                  </a:extLst>
                </p14:cNvPr>
                <p14:cNvContentPartPr/>
                <p14:nvPr/>
              </p14:nvContentPartPr>
              <p14:xfrm>
                <a:off x="17654228" y="9782265"/>
                <a:ext cx="1547640" cy="176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2877DB2-052B-3EEC-0A15-197F55BCB70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591213" y="9719265"/>
                  <a:ext cx="1673309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4B5E9ED-10C5-6593-940C-7C9595DE657E}"/>
                    </a:ext>
                  </a:extLst>
                </p14:cNvPr>
                <p14:cNvContentPartPr/>
                <p14:nvPr/>
              </p14:nvContentPartPr>
              <p14:xfrm>
                <a:off x="19296548" y="10016625"/>
                <a:ext cx="25560" cy="203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4B5E9ED-10C5-6593-940C-7C9595DE657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234423" y="9953625"/>
                  <a:ext cx="149455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37DAB90-560B-A5A9-0FAD-B8688D09DDD4}"/>
                    </a:ext>
                  </a:extLst>
                </p14:cNvPr>
                <p14:cNvContentPartPr/>
                <p14:nvPr/>
              </p14:nvContentPartPr>
              <p14:xfrm>
                <a:off x="19306988" y="10081785"/>
                <a:ext cx="15480" cy="148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37DAB90-560B-A5A9-0FAD-B8688D09DDD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9243988" y="10018785"/>
                  <a:ext cx="1411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77FEB78-A59B-4662-BA65-8DC71E4790D3}"/>
                    </a:ext>
                  </a:extLst>
                </p14:cNvPr>
                <p14:cNvContentPartPr/>
                <p14:nvPr/>
              </p14:nvContentPartPr>
              <p14:xfrm>
                <a:off x="17811188" y="10101225"/>
                <a:ext cx="1477080" cy="39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77FEB78-A59B-4662-BA65-8DC71E4790D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748173" y="10038225"/>
                  <a:ext cx="1602751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68DA3DE-C3C1-D149-552A-236B29DF3B4A}"/>
                    </a:ext>
                  </a:extLst>
                </p14:cNvPr>
                <p14:cNvContentPartPr/>
                <p14:nvPr/>
              </p14:nvContentPartPr>
              <p14:xfrm>
                <a:off x="17843948" y="9991425"/>
                <a:ext cx="1330200" cy="91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68DA3DE-C3C1-D149-552A-236B29DF3B4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7780948" y="9928425"/>
                  <a:ext cx="14558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F040624-32B4-0B56-05C5-7EA64D0BB77F}"/>
                    </a:ext>
                  </a:extLst>
                </p14:cNvPr>
                <p14:cNvContentPartPr/>
                <p14:nvPr/>
              </p14:nvContentPartPr>
              <p14:xfrm>
                <a:off x="17649548" y="9936705"/>
                <a:ext cx="230760" cy="78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F040624-32B4-0B56-05C5-7EA64D0BB77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7586548" y="9873705"/>
                  <a:ext cx="356400" cy="20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25" name="Ink 1024">
                <a:extLst>
                  <a:ext uri="{FF2B5EF4-FFF2-40B4-BE49-F238E27FC236}">
                    <a16:creationId xmlns:a16="http://schemas.microsoft.com/office/drawing/2014/main" id="{9B38EE06-BAEB-C3B9-811E-5942BF3D7A44}"/>
                  </a:ext>
                </a:extLst>
              </p14:cNvPr>
              <p14:cNvContentPartPr/>
              <p14:nvPr/>
            </p14:nvContentPartPr>
            <p14:xfrm>
              <a:off x="17571428" y="9221385"/>
              <a:ext cx="1331280" cy="142920"/>
            </p14:xfrm>
          </p:contentPart>
        </mc:Choice>
        <mc:Fallback xmlns="">
          <p:pic>
            <p:nvPicPr>
              <p:cNvPr id="1025" name="Ink 1024">
                <a:extLst>
                  <a:ext uri="{FF2B5EF4-FFF2-40B4-BE49-F238E27FC236}">
                    <a16:creationId xmlns:a16="http://schemas.microsoft.com/office/drawing/2014/main" id="{9B38EE06-BAEB-C3B9-811E-5942BF3D7A4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7508428" y="9158385"/>
                <a:ext cx="145692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29" name="Ink 1028">
                <a:extLst>
                  <a:ext uri="{FF2B5EF4-FFF2-40B4-BE49-F238E27FC236}">
                    <a16:creationId xmlns:a16="http://schemas.microsoft.com/office/drawing/2014/main" id="{C227D0E3-BA9E-3F89-A970-40F6CDD776FC}"/>
                  </a:ext>
                </a:extLst>
              </p14:cNvPr>
              <p14:cNvContentPartPr/>
              <p14:nvPr/>
            </p14:nvContentPartPr>
            <p14:xfrm>
              <a:off x="17635148" y="8979465"/>
              <a:ext cx="1538280" cy="474480"/>
            </p14:xfrm>
          </p:contentPart>
        </mc:Choice>
        <mc:Fallback xmlns="">
          <p:pic>
            <p:nvPicPr>
              <p:cNvPr id="1029" name="Ink 1028">
                <a:extLst>
                  <a:ext uri="{FF2B5EF4-FFF2-40B4-BE49-F238E27FC236}">
                    <a16:creationId xmlns:a16="http://schemas.microsoft.com/office/drawing/2014/main" id="{C227D0E3-BA9E-3F89-A970-40F6CDD776F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7572148" y="8916465"/>
                <a:ext cx="1663920" cy="600120"/>
              </a:xfrm>
              <a:prstGeom prst="rect">
                <a:avLst/>
              </a:prstGeom>
            </p:spPr>
          </p:pic>
        </mc:Fallback>
      </mc:AlternateContent>
      <p:sp>
        <p:nvSpPr>
          <p:cNvPr id="1035" name="TextBox 1034">
            <a:extLst>
              <a:ext uri="{FF2B5EF4-FFF2-40B4-BE49-F238E27FC236}">
                <a16:creationId xmlns:a16="http://schemas.microsoft.com/office/drawing/2014/main" id="{22F11AA7-6C69-9175-F8E9-21D039283C5A}"/>
              </a:ext>
            </a:extLst>
          </p:cNvPr>
          <p:cNvSpPr txBox="1"/>
          <p:nvPr/>
        </p:nvSpPr>
        <p:spPr>
          <a:xfrm>
            <a:off x="2586580" y="4201496"/>
            <a:ext cx="8281051" cy="800219"/>
          </a:xfrm>
          <a:prstGeom prst="rect">
            <a:avLst/>
          </a:prstGeom>
          <a:solidFill>
            <a:srgbClr val="0066CC">
              <a:alpha val="0"/>
            </a:srgbClr>
          </a:solidFill>
          <a:ln w="285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GB" sz="46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Project Description</a:t>
            </a:r>
            <a:endParaRPr lang="en-IE" sz="46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4F812E-BEC4-6ADC-1539-18517A23704F}"/>
              </a:ext>
            </a:extLst>
          </p:cNvPr>
          <p:cNvSpPr txBox="1"/>
          <p:nvPr/>
        </p:nvSpPr>
        <p:spPr>
          <a:xfrm>
            <a:off x="2546401" y="11684994"/>
            <a:ext cx="8321230" cy="800219"/>
          </a:xfrm>
          <a:prstGeom prst="rect">
            <a:avLst/>
          </a:prstGeom>
          <a:solidFill>
            <a:srgbClr val="0066CC">
              <a:alpha val="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46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Features</a:t>
            </a:r>
            <a:endParaRPr lang="en-IE" sz="46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EC5357-ACB5-AA66-921E-669BAE9C1FDA}"/>
              </a:ext>
            </a:extLst>
          </p:cNvPr>
          <p:cNvSpPr txBox="1"/>
          <p:nvPr/>
        </p:nvSpPr>
        <p:spPr>
          <a:xfrm>
            <a:off x="11744248" y="11606555"/>
            <a:ext cx="8005913" cy="800219"/>
          </a:xfrm>
          <a:prstGeom prst="rect">
            <a:avLst/>
          </a:prstGeom>
          <a:solidFill>
            <a:srgbClr val="0066CC">
              <a:alpha val="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46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Skills and Technologies</a:t>
            </a:r>
            <a:endParaRPr lang="en-IE" sz="46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07F720-3F7D-F09B-5DE0-ABB3AE8BCE5A}"/>
              </a:ext>
            </a:extLst>
          </p:cNvPr>
          <p:cNvSpPr txBox="1"/>
          <p:nvPr/>
        </p:nvSpPr>
        <p:spPr>
          <a:xfrm>
            <a:off x="20363357" y="11606555"/>
            <a:ext cx="7594115" cy="800219"/>
          </a:xfrm>
          <a:prstGeom prst="rect">
            <a:avLst/>
          </a:prstGeom>
          <a:solidFill>
            <a:srgbClr val="0066CC">
              <a:alpha val="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46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Sustainability</a:t>
            </a:r>
            <a:endParaRPr lang="en-IE" sz="46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FC41B3-F65D-81E4-CBAA-8E69B99073AD}"/>
              </a:ext>
            </a:extLst>
          </p:cNvPr>
          <p:cNvSpPr txBox="1"/>
          <p:nvPr/>
        </p:nvSpPr>
        <p:spPr>
          <a:xfrm>
            <a:off x="11653687" y="4256898"/>
            <a:ext cx="7776109" cy="800219"/>
          </a:xfrm>
          <a:prstGeom prst="rect">
            <a:avLst/>
          </a:prstGeom>
          <a:solidFill>
            <a:srgbClr val="0066CC">
              <a:alpha val="0"/>
            </a:srgbClr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46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Architectural Diagram</a:t>
            </a:r>
            <a:endParaRPr lang="en-IE" sz="46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20F84E4-249D-5B8E-F3CF-7916BCE4F859}"/>
                  </a:ext>
                </a:extLst>
              </p14:cNvPr>
              <p14:cNvContentPartPr/>
              <p14:nvPr/>
            </p14:nvContentPartPr>
            <p14:xfrm rot="1">
              <a:off x="11805063" y="6870901"/>
              <a:ext cx="1511994" cy="1073158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20F84E4-249D-5B8E-F3CF-7916BCE4F85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 rot="1">
                <a:off x="11742063" y="6807901"/>
                <a:ext cx="1637634" cy="11987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FB50FA7-F8E3-89AB-5D6F-A1204079F5F3}"/>
                  </a:ext>
                </a:extLst>
              </p14:cNvPr>
              <p14:cNvContentPartPr/>
              <p14:nvPr/>
            </p14:nvContentPartPr>
            <p14:xfrm rot="1">
              <a:off x="11919834" y="7027150"/>
              <a:ext cx="160692" cy="7930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FB50FA7-F8E3-89AB-5D6F-A1204079F5F3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 rot="1">
                <a:off x="11856782" y="6964152"/>
                <a:ext cx="286435" cy="9186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4AE4BE3-AA20-EE7A-F7EB-B06951CC21B3}"/>
                  </a:ext>
                </a:extLst>
              </p14:cNvPr>
              <p14:cNvContentPartPr/>
              <p14:nvPr/>
            </p14:nvContentPartPr>
            <p14:xfrm>
              <a:off x="11835660" y="6757500"/>
              <a:ext cx="1255320" cy="12834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4AE4BE3-AA20-EE7A-F7EB-B06951CC21B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1772660" y="6694500"/>
                <a:ext cx="1380960" cy="14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208D42E-009E-73BA-89A7-97704432404E}"/>
                  </a:ext>
                </a:extLst>
              </p14:cNvPr>
              <p14:cNvContentPartPr/>
              <p14:nvPr/>
            </p14:nvContentPartPr>
            <p14:xfrm>
              <a:off x="12846540" y="6994020"/>
              <a:ext cx="1667520" cy="8704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208D42E-009E-73BA-89A7-97704432404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2783554" y="6931046"/>
                <a:ext cx="1793133" cy="9960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001A915-C917-3FC4-76C8-BD9561ABAF55}"/>
                  </a:ext>
                </a:extLst>
              </p14:cNvPr>
              <p14:cNvContentPartPr/>
              <p14:nvPr/>
            </p14:nvContentPartPr>
            <p14:xfrm>
              <a:off x="14528820" y="7302540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001A915-C917-3FC4-76C8-BD9561ABAF5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4465820" y="7239540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39" name="Picture 38">
            <a:extLst>
              <a:ext uri="{FF2B5EF4-FFF2-40B4-BE49-F238E27FC236}">
                <a16:creationId xmlns:a16="http://schemas.microsoft.com/office/drawing/2014/main" id="{744D5A13-8623-90D9-1E6B-146D8A317D8A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6924371" y="13041234"/>
            <a:ext cx="2505425" cy="325800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4A3FF97-2D04-6310-55B3-2EDAAEA46391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3529098" y="-35588"/>
            <a:ext cx="2564543" cy="2408784"/>
          </a:xfrm>
          <a:prstGeom prst="rect">
            <a:avLst/>
          </a:prstGeom>
        </p:spPr>
      </p:pic>
      <p:pic>
        <p:nvPicPr>
          <p:cNvPr id="3" name="Picture 2" descr="Motion sensor - Free technology icons">
            <a:extLst>
              <a:ext uri="{FF2B5EF4-FFF2-40B4-BE49-F238E27FC236}">
                <a16:creationId xmlns:a16="http://schemas.microsoft.com/office/drawing/2014/main" id="{DBD4517B-EEB9-E551-727A-49D3E75C8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401" y="14695041"/>
            <a:ext cx="816688" cy="816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flat color illustration of a cartoon light switch 36332808 PNG">
            <a:extLst>
              <a:ext uri="{FF2B5EF4-FFF2-40B4-BE49-F238E27FC236}">
                <a16:creationId xmlns:a16="http://schemas.microsoft.com/office/drawing/2014/main" id="{8527A6AD-1018-6818-B32F-227CDE4B3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20264" flipV="1">
            <a:off x="2607752" y="16413712"/>
            <a:ext cx="939649" cy="96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 descr="Generated image: Smart classroom energy data overview">
            <a:extLst>
              <a:ext uri="{FF2B5EF4-FFF2-40B4-BE49-F238E27FC236}">
                <a16:creationId xmlns:a16="http://schemas.microsoft.com/office/drawing/2014/main" id="{6F9ECAEC-A8F3-8B5B-3C30-4E140316B6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996676" y="5453126"/>
            <a:ext cx="4436999" cy="4436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9591C4-0B21-BC18-04BA-A4D46170CD35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9598" r="5287" b="13947"/>
          <a:stretch>
            <a:fillRect/>
          </a:stretch>
        </p:blipFill>
        <p:spPr>
          <a:xfrm>
            <a:off x="20539442" y="5145505"/>
            <a:ext cx="7418030" cy="52937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2D8229C-E842-3310-8D55-CB3B9F4B43A5}"/>
                  </a:ext>
                </a:extLst>
              </p14:cNvPr>
              <p14:cNvContentPartPr/>
              <p14:nvPr/>
            </p14:nvContentPartPr>
            <p14:xfrm>
              <a:off x="23152080" y="4533560"/>
              <a:ext cx="36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2D8229C-E842-3310-8D55-CB3B9F4B43A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3145960" y="45274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7ECC2E1-BC27-7249-7300-515C5721A859}"/>
                  </a:ext>
                </a:extLst>
              </p14:cNvPr>
              <p14:cNvContentPartPr/>
              <p14:nvPr/>
            </p14:nvContentPartPr>
            <p14:xfrm>
              <a:off x="15000090" y="5715000"/>
              <a:ext cx="115560" cy="1051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7ECC2E1-BC27-7249-7300-515C5721A85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4993970" y="5708880"/>
                <a:ext cx="12780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3E2B8A0-443A-F47F-E3D8-1C5436FB4D0C}"/>
                  </a:ext>
                </a:extLst>
              </p14:cNvPr>
              <p14:cNvContentPartPr/>
              <p14:nvPr/>
            </p14:nvContentPartPr>
            <p14:xfrm>
              <a:off x="14925570" y="5712480"/>
              <a:ext cx="255960" cy="1724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3E2B8A0-443A-F47F-E3D8-1C5436FB4D0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4907570" y="5694480"/>
                <a:ext cx="29160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7D76366-14B6-0637-98AF-DF00FD168AD1}"/>
                  </a:ext>
                </a:extLst>
              </p14:cNvPr>
              <p14:cNvContentPartPr/>
              <p14:nvPr/>
            </p14:nvContentPartPr>
            <p14:xfrm>
              <a:off x="15077850" y="5724360"/>
              <a:ext cx="543240" cy="194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7D76366-14B6-0637-98AF-DF00FD168AD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5014850" y="5661360"/>
                <a:ext cx="66888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B2006CD-CD41-22C2-AAEB-2D6BF31A7656}"/>
                  </a:ext>
                </a:extLst>
              </p14:cNvPr>
              <p14:cNvContentPartPr/>
              <p14:nvPr/>
            </p14:nvContentPartPr>
            <p14:xfrm>
              <a:off x="15096930" y="5790960"/>
              <a:ext cx="476640" cy="194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B2006CD-CD41-22C2-AAEB-2D6BF31A765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5033930" y="5727960"/>
                <a:ext cx="60228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E913310-A01A-4C0B-4A84-975717820590}"/>
                  </a:ext>
                </a:extLst>
              </p14:cNvPr>
              <p14:cNvContentPartPr/>
              <p14:nvPr/>
            </p14:nvContentPartPr>
            <p14:xfrm>
              <a:off x="15744570" y="5788800"/>
              <a:ext cx="324000" cy="316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E913310-A01A-4C0B-4A84-97571782059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5681930" y="5725800"/>
                <a:ext cx="44964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024" name="Ink 1023">
                <a:extLst>
                  <a:ext uri="{FF2B5EF4-FFF2-40B4-BE49-F238E27FC236}">
                    <a16:creationId xmlns:a16="http://schemas.microsoft.com/office/drawing/2014/main" id="{74490A83-308C-BEC7-20AA-44A18486976E}"/>
                  </a:ext>
                </a:extLst>
              </p14:cNvPr>
              <p14:cNvContentPartPr/>
              <p14:nvPr/>
            </p14:nvContentPartPr>
            <p14:xfrm>
              <a:off x="15773010" y="5752800"/>
              <a:ext cx="333720" cy="360"/>
            </p14:xfrm>
          </p:contentPart>
        </mc:Choice>
        <mc:Fallback>
          <p:pic>
            <p:nvPicPr>
              <p:cNvPr id="1024" name="Ink 1023">
                <a:extLst>
                  <a:ext uri="{FF2B5EF4-FFF2-40B4-BE49-F238E27FC236}">
                    <a16:creationId xmlns:a16="http://schemas.microsoft.com/office/drawing/2014/main" id="{74490A83-308C-BEC7-20AA-44A18486976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5710010" y="5689800"/>
                <a:ext cx="45936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027" name="TextBox 1026">
            <a:extLst>
              <a:ext uri="{FF2B5EF4-FFF2-40B4-BE49-F238E27FC236}">
                <a16:creationId xmlns:a16="http://schemas.microsoft.com/office/drawing/2014/main" id="{82BFB12B-5DD2-268C-2361-70EF6311D9CA}"/>
              </a:ext>
            </a:extLst>
          </p:cNvPr>
          <p:cNvSpPr txBox="1"/>
          <p:nvPr/>
        </p:nvSpPr>
        <p:spPr>
          <a:xfrm>
            <a:off x="14667370" y="5613671"/>
            <a:ext cx="1790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ESP32</a:t>
            </a:r>
            <a:endParaRPr lang="en-IE" sz="14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030" name="Ink 1029">
                <a:extLst>
                  <a:ext uri="{FF2B5EF4-FFF2-40B4-BE49-F238E27FC236}">
                    <a16:creationId xmlns:a16="http://schemas.microsoft.com/office/drawing/2014/main" id="{2984A2FC-B8BC-EAAB-60CB-17DC89EEF3EA}"/>
                  </a:ext>
                </a:extLst>
              </p14:cNvPr>
              <p14:cNvContentPartPr/>
              <p14:nvPr/>
            </p14:nvContentPartPr>
            <p14:xfrm>
              <a:off x="13144290" y="8591400"/>
              <a:ext cx="360" cy="153720"/>
            </p14:xfrm>
          </p:contentPart>
        </mc:Choice>
        <mc:Fallback>
          <p:pic>
            <p:nvPicPr>
              <p:cNvPr id="1030" name="Ink 1029">
                <a:extLst>
                  <a:ext uri="{FF2B5EF4-FFF2-40B4-BE49-F238E27FC236}">
                    <a16:creationId xmlns:a16="http://schemas.microsoft.com/office/drawing/2014/main" id="{2984A2FC-B8BC-EAAB-60CB-17DC89EEF3E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3081650" y="8528400"/>
                <a:ext cx="126000" cy="279360"/>
              </a:xfrm>
              <a:prstGeom prst="rect">
                <a:avLst/>
              </a:prstGeom>
            </p:spPr>
          </p:pic>
        </mc:Fallback>
      </mc:AlternateContent>
      <p:sp>
        <p:nvSpPr>
          <p:cNvPr id="1031" name="TextBox 1030">
            <a:extLst>
              <a:ext uri="{FF2B5EF4-FFF2-40B4-BE49-F238E27FC236}">
                <a16:creationId xmlns:a16="http://schemas.microsoft.com/office/drawing/2014/main" id="{4494484D-EED6-A44E-EDB8-468BC6C459CB}"/>
              </a:ext>
            </a:extLst>
          </p:cNvPr>
          <p:cNvSpPr txBox="1"/>
          <p:nvPr/>
        </p:nvSpPr>
        <p:spPr>
          <a:xfrm>
            <a:off x="12978772" y="8455867"/>
            <a:ext cx="4728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1)</a:t>
            </a:r>
            <a:endParaRPr lang="en-IE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033" name="Ink 1032">
                <a:extLst>
                  <a:ext uri="{FF2B5EF4-FFF2-40B4-BE49-F238E27FC236}">
                    <a16:creationId xmlns:a16="http://schemas.microsoft.com/office/drawing/2014/main" id="{E9565390-920E-D41B-32BF-B99D68DCB283}"/>
                  </a:ext>
                </a:extLst>
              </p14:cNvPr>
              <p14:cNvContentPartPr/>
              <p14:nvPr/>
            </p14:nvContentPartPr>
            <p14:xfrm>
              <a:off x="17782890" y="8520120"/>
              <a:ext cx="848520" cy="231480"/>
            </p14:xfrm>
          </p:contentPart>
        </mc:Choice>
        <mc:Fallback>
          <p:pic>
            <p:nvPicPr>
              <p:cNvPr id="1033" name="Ink 1032">
                <a:extLst>
                  <a:ext uri="{FF2B5EF4-FFF2-40B4-BE49-F238E27FC236}">
                    <a16:creationId xmlns:a16="http://schemas.microsoft.com/office/drawing/2014/main" id="{E9565390-920E-D41B-32BF-B99D68DCB28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7720250" y="8457120"/>
                <a:ext cx="97416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036" name="Ink 1035">
                <a:extLst>
                  <a:ext uri="{FF2B5EF4-FFF2-40B4-BE49-F238E27FC236}">
                    <a16:creationId xmlns:a16="http://schemas.microsoft.com/office/drawing/2014/main" id="{516C1A73-AFB3-F7CA-907E-9BFBD28BB6E3}"/>
                  </a:ext>
                </a:extLst>
              </p14:cNvPr>
              <p14:cNvContentPartPr/>
              <p14:nvPr/>
            </p14:nvContentPartPr>
            <p14:xfrm>
              <a:off x="18620970" y="8571960"/>
              <a:ext cx="327600" cy="69480"/>
            </p14:xfrm>
          </p:contentPart>
        </mc:Choice>
        <mc:Fallback>
          <p:pic>
            <p:nvPicPr>
              <p:cNvPr id="1036" name="Ink 1035">
                <a:extLst>
                  <a:ext uri="{FF2B5EF4-FFF2-40B4-BE49-F238E27FC236}">
                    <a16:creationId xmlns:a16="http://schemas.microsoft.com/office/drawing/2014/main" id="{516C1A73-AFB3-F7CA-907E-9BFBD28BB6E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8558330" y="8509320"/>
                <a:ext cx="453240" cy="195120"/>
              </a:xfrm>
              <a:prstGeom prst="rect">
                <a:avLst/>
              </a:prstGeom>
            </p:spPr>
          </p:pic>
        </mc:Fallback>
      </mc:AlternateContent>
      <p:sp>
        <p:nvSpPr>
          <p:cNvPr id="1037" name="TextBox 1036">
            <a:extLst>
              <a:ext uri="{FF2B5EF4-FFF2-40B4-BE49-F238E27FC236}">
                <a16:creationId xmlns:a16="http://schemas.microsoft.com/office/drawing/2014/main" id="{CC181969-A6C1-FA2E-D96E-93BAC565E93C}"/>
              </a:ext>
            </a:extLst>
          </p:cNvPr>
          <p:cNvSpPr txBox="1"/>
          <p:nvPr/>
        </p:nvSpPr>
        <p:spPr>
          <a:xfrm>
            <a:off x="17795322" y="8462608"/>
            <a:ext cx="1319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Notifications</a:t>
            </a:r>
            <a:endParaRPr lang="en-IE" sz="14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038" name="Ink 1037">
                <a:extLst>
                  <a:ext uri="{FF2B5EF4-FFF2-40B4-BE49-F238E27FC236}">
                    <a16:creationId xmlns:a16="http://schemas.microsoft.com/office/drawing/2014/main" id="{6CE78A94-D9B0-8231-E2B9-079508A7B6D2}"/>
                  </a:ext>
                </a:extLst>
              </p14:cNvPr>
              <p14:cNvContentPartPr/>
              <p14:nvPr/>
            </p14:nvContentPartPr>
            <p14:xfrm>
              <a:off x="17748330" y="7170120"/>
              <a:ext cx="1225440" cy="344160"/>
            </p14:xfrm>
          </p:contentPart>
        </mc:Choice>
        <mc:Fallback>
          <p:pic>
            <p:nvPicPr>
              <p:cNvPr id="1038" name="Ink 1037">
                <a:extLst>
                  <a:ext uri="{FF2B5EF4-FFF2-40B4-BE49-F238E27FC236}">
                    <a16:creationId xmlns:a16="http://schemas.microsoft.com/office/drawing/2014/main" id="{6CE78A94-D9B0-8231-E2B9-079508A7B6D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7685330" y="7107120"/>
                <a:ext cx="1351080" cy="469800"/>
              </a:xfrm>
              <a:prstGeom prst="rect">
                <a:avLst/>
              </a:prstGeom>
            </p:spPr>
          </p:pic>
        </mc:Fallback>
      </mc:AlternateContent>
      <p:sp>
        <p:nvSpPr>
          <p:cNvPr id="1039" name="TextBox 1038">
            <a:extLst>
              <a:ext uri="{FF2B5EF4-FFF2-40B4-BE49-F238E27FC236}">
                <a16:creationId xmlns:a16="http://schemas.microsoft.com/office/drawing/2014/main" id="{54155B33-B5C9-EDEE-2E94-9BC2093F76DF}"/>
              </a:ext>
            </a:extLst>
          </p:cNvPr>
          <p:cNvSpPr txBox="1"/>
          <p:nvPr/>
        </p:nvSpPr>
        <p:spPr>
          <a:xfrm>
            <a:off x="17748330" y="7049812"/>
            <a:ext cx="1225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Lights, Fans etc.</a:t>
            </a:r>
            <a:endParaRPr lang="en-IE" sz="1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041" name="Ink 1040">
                <a:extLst>
                  <a:ext uri="{FF2B5EF4-FFF2-40B4-BE49-F238E27FC236}">
                    <a16:creationId xmlns:a16="http://schemas.microsoft.com/office/drawing/2014/main" id="{06DF2444-BE01-C696-0FF8-57BAD9170ED2}"/>
                  </a:ext>
                </a:extLst>
              </p14:cNvPr>
              <p14:cNvContentPartPr/>
              <p14:nvPr/>
            </p14:nvContentPartPr>
            <p14:xfrm>
              <a:off x="15163440" y="8651880"/>
              <a:ext cx="791280" cy="231120"/>
            </p14:xfrm>
          </p:contentPart>
        </mc:Choice>
        <mc:Fallback>
          <p:pic>
            <p:nvPicPr>
              <p:cNvPr id="1041" name="Ink 1040">
                <a:extLst>
                  <a:ext uri="{FF2B5EF4-FFF2-40B4-BE49-F238E27FC236}">
                    <a16:creationId xmlns:a16="http://schemas.microsoft.com/office/drawing/2014/main" id="{06DF2444-BE01-C696-0FF8-57BAD9170ED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5100440" y="8588880"/>
                <a:ext cx="91692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042" name="Ink 1041">
                <a:extLst>
                  <a:ext uri="{FF2B5EF4-FFF2-40B4-BE49-F238E27FC236}">
                    <a16:creationId xmlns:a16="http://schemas.microsoft.com/office/drawing/2014/main" id="{30284691-E050-C254-F523-13E58B435A60}"/>
                  </a:ext>
                </a:extLst>
              </p14:cNvPr>
              <p14:cNvContentPartPr/>
              <p14:nvPr/>
            </p14:nvContentPartPr>
            <p14:xfrm>
              <a:off x="15630360" y="8839080"/>
              <a:ext cx="360" cy="360"/>
            </p14:xfrm>
          </p:contentPart>
        </mc:Choice>
        <mc:Fallback>
          <p:pic>
            <p:nvPicPr>
              <p:cNvPr id="1042" name="Ink 1041">
                <a:extLst>
                  <a:ext uri="{FF2B5EF4-FFF2-40B4-BE49-F238E27FC236}">
                    <a16:creationId xmlns:a16="http://schemas.microsoft.com/office/drawing/2014/main" id="{30284691-E050-C254-F523-13E58B435A6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5567720" y="8776080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044" name="Picture 1043">
            <a:extLst>
              <a:ext uri="{FF2B5EF4-FFF2-40B4-BE49-F238E27FC236}">
                <a16:creationId xmlns:a16="http://schemas.microsoft.com/office/drawing/2014/main" id="{BBF40C09-CBEF-C2D5-2E96-94B92CC80861}"/>
              </a:ext>
            </a:extLst>
      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11660001" y="5141513"/>
            <a:ext cx="7814109" cy="5284857"/>
          </a:xfrm>
          <a:prstGeom prst="rect">
            <a:avLst/>
          </a:prstGeom>
        </p:spPr>
      </p:pic>
      <p:sp>
        <p:nvSpPr>
          <p:cNvPr id="1045" name="TextBox 1044">
            <a:extLst>
              <a:ext uri="{FF2B5EF4-FFF2-40B4-BE49-F238E27FC236}">
                <a16:creationId xmlns:a16="http://schemas.microsoft.com/office/drawing/2014/main" id="{A3C83B12-3330-FFBB-AC9F-6181A0F301BB}"/>
              </a:ext>
            </a:extLst>
          </p:cNvPr>
          <p:cNvSpPr txBox="1"/>
          <p:nvPr/>
        </p:nvSpPr>
        <p:spPr>
          <a:xfrm>
            <a:off x="14925570" y="8040900"/>
            <a:ext cx="1432030" cy="923330"/>
          </a:xfrm>
          <a:prstGeom prst="rect">
            <a:avLst/>
          </a:prstGeom>
          <a:solidFill>
            <a:srgbClr val="D31A1C"/>
          </a:solidFill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</a:rPr>
              <a:t>Motion</a:t>
            </a:r>
          </a:p>
          <a:p>
            <a:r>
              <a:rPr lang="en-GB" sz="1800" dirty="0">
                <a:solidFill>
                  <a:schemeClr val="bg1"/>
                </a:solidFill>
              </a:rPr>
              <a:t>Light Temperature</a:t>
            </a:r>
            <a:endParaRPr lang="en-IE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258</Words>
  <Application>Microsoft Office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Sans Serif Collection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Paraic Gavin - STUDENT</cp:lastModifiedBy>
  <cp:revision>1</cp:revision>
  <dcterms:created xsi:type="dcterms:W3CDTF">2013-01-27T09:14:16Z</dcterms:created>
  <dcterms:modified xsi:type="dcterms:W3CDTF">2026-04-16T16:18:42Z</dcterms:modified>
  <cp:category/>
</cp:coreProperties>
</file>